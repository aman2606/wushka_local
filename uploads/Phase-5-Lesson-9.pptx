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iRNihWZwqlI9VeXomvB6iLfcc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64CAE5-9247-46D8-9930-42158FC666AF}">
  <a:tblStyle styleId="{BF64CAE5-9247-46D8-9930-42158FC666A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cfee4e5653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cfee4e5653_0_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cfee4e5653_0_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f1f174061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f1f174061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f1f174061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2" name="Google Shape;99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3" name="Google Shape;99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cf1f174061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2cf1f174061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2cf1f174061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0" name="Google Shape;20;p14"/>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7192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'ue' (/y-oo/)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2 - Thursday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9</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pic>
        <p:nvPicPr>
          <p:cNvPr id="165" name="Google Shape;165;g26b641b03cd_0_260"/>
          <p:cNvPicPr preferRelativeResize="0"/>
          <p:nvPr/>
        </p:nvPicPr>
        <p:blipFill rotWithShape="1">
          <a:blip r:embed="rId2">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9.xml"/><Relationship Id="rId4" Type="http://schemas.openxmlformats.org/officeDocument/2006/relationships/image" Target="../media/image9.png"/><Relationship Id="rId9" Type="http://schemas.openxmlformats.org/officeDocument/2006/relationships/slide" Target="slide21.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image" Target="../media/image69.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6.xml"/><Relationship Id="rId16"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s>
</file>

<file path=ppt/slides/_rels/slide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18" Type="http://schemas.openxmlformats.org/officeDocument/2006/relationships/image" Target="../media/image98.png"/><Relationship Id="rId26" Type="http://schemas.openxmlformats.org/officeDocument/2006/relationships/image" Target="../media/image106.png"/><Relationship Id="rId3" Type="http://schemas.openxmlformats.org/officeDocument/2006/relationships/image" Target="../media/image83.png"/><Relationship Id="rId21" Type="http://schemas.openxmlformats.org/officeDocument/2006/relationships/image" Target="../media/image101.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97.png"/><Relationship Id="rId25" Type="http://schemas.openxmlformats.org/officeDocument/2006/relationships/image" Target="../media/image105.png"/><Relationship Id="rId2" Type="http://schemas.openxmlformats.org/officeDocument/2006/relationships/notesSlide" Target="../notesSlides/notesSlide7.xml"/><Relationship Id="rId16" Type="http://schemas.openxmlformats.org/officeDocument/2006/relationships/image" Target="../media/image96.png"/><Relationship Id="rId20" Type="http://schemas.openxmlformats.org/officeDocument/2006/relationships/image" Target="../media/image100.png"/><Relationship Id="rId29" Type="http://schemas.openxmlformats.org/officeDocument/2006/relationships/image" Target="../media/image109.png"/><Relationship Id="rId1" Type="http://schemas.openxmlformats.org/officeDocument/2006/relationships/slideLayout" Target="../slideLayouts/slideLayout3.xml"/><Relationship Id="rId6" Type="http://schemas.openxmlformats.org/officeDocument/2006/relationships/image" Target="../media/image86.png"/><Relationship Id="rId11" Type="http://schemas.openxmlformats.org/officeDocument/2006/relationships/image" Target="../media/image91.png"/><Relationship Id="rId24" Type="http://schemas.openxmlformats.org/officeDocument/2006/relationships/image" Target="../media/image104.png"/><Relationship Id="rId5" Type="http://schemas.openxmlformats.org/officeDocument/2006/relationships/image" Target="../media/image85.png"/><Relationship Id="rId15" Type="http://schemas.openxmlformats.org/officeDocument/2006/relationships/image" Target="../media/image95.png"/><Relationship Id="rId23" Type="http://schemas.openxmlformats.org/officeDocument/2006/relationships/image" Target="../media/image103.png"/><Relationship Id="rId28" Type="http://schemas.openxmlformats.org/officeDocument/2006/relationships/image" Target="../media/image108.png"/><Relationship Id="rId10" Type="http://schemas.openxmlformats.org/officeDocument/2006/relationships/image" Target="../media/image90.png"/><Relationship Id="rId19" Type="http://schemas.openxmlformats.org/officeDocument/2006/relationships/image" Target="../media/image99.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4.png"/><Relationship Id="rId22" Type="http://schemas.openxmlformats.org/officeDocument/2006/relationships/image" Target="../media/image102.png"/><Relationship Id="rId27" Type="http://schemas.openxmlformats.org/officeDocument/2006/relationships/image" Target="../media/image107.png"/><Relationship Id="rId30" Type="http://schemas.openxmlformats.org/officeDocument/2006/relationships/image" Target="../media/image110.png"/></Relationships>
</file>

<file path=ppt/slides/_rels/slide8.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3" Type="http://schemas.openxmlformats.org/officeDocument/2006/relationships/image" Target="../media/image111.png"/><Relationship Id="rId7" Type="http://schemas.openxmlformats.org/officeDocument/2006/relationships/image" Target="../media/image115.png"/><Relationship Id="rId12" Type="http://schemas.openxmlformats.org/officeDocument/2006/relationships/image" Target="../media/image1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 Id="rId14" Type="http://schemas.openxmlformats.org/officeDocument/2006/relationships/image" Target="../media/image122.png"/></Relationships>
</file>

<file path=ppt/slides/_rels/slide9.xml.rels><?xml version="1.0" encoding="UTF-8" standalone="yes"?>
<Relationships xmlns="http://schemas.openxmlformats.org/package/2006/relationships"><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88923"/>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Vowel Digraph 'ue' (/y-oo/)</a:t>
            </a:r>
            <a:endParaRPr sz="3000"/>
          </a:p>
        </p:txBody>
      </p:sp>
      <p:sp>
        <p:nvSpPr>
          <p:cNvPr id="668" name="Google Shape;668;p1"/>
          <p:cNvSpPr txBox="1">
            <a:spLocks noGrp="1"/>
          </p:cNvSpPr>
          <p:nvPr>
            <p:ph type="subTitle" idx="2"/>
          </p:nvPr>
        </p:nvSpPr>
        <p:spPr>
          <a:xfrm>
            <a:off x="884092" y="3687151"/>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9</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{BF64CAE5-9247-46D8-9930-42158FC666AF}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l="39" r="49"/>
          <a:stretch/>
        </p:blipFill>
        <p:spPr>
          <a:xfrm rot="186066">
            <a:off x="4009466" y="4465908"/>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5197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ue</a:t>
            </a:r>
            <a:r>
              <a:rPr lang="en-US"/>
              <a:t> (</a:t>
            </a:r>
            <a:r>
              <a:rPr lang="en-US">
                <a:solidFill>
                  <a:srgbClr val="8DC63F"/>
                </a:solidFill>
              </a:rPr>
              <a:t>/y-oo/</a:t>
            </a:r>
            <a:r>
              <a:rPr lang="en-US"/>
              <a:t>).</a:t>
            </a:r>
            <a:endParaRPr/>
          </a:p>
        </p:txBody>
      </p:sp>
      <p:sp>
        <p:nvSpPr>
          <p:cNvPr id="679" name="Google Shape;679;g2bee4f4af4b_0_204"/>
          <p:cNvSpPr txBox="1">
            <a:spLocks noGrp="1"/>
          </p:cNvSpPr>
          <p:nvPr>
            <p:ph type="body" idx="2"/>
          </p:nvPr>
        </p:nvSpPr>
        <p:spPr>
          <a:xfrm>
            <a:off x="3298550" y="1707550"/>
            <a:ext cx="4773600" cy="1529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p>
        </p:txBody>
      </p:sp>
      <p:sp>
        <p:nvSpPr>
          <p:cNvPr id="680" name="Google Shape;680;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3" name="Google Shape;693;g2bee4f4af4b_0_204">
            <a:hlinkClick r:id="rId7" action="ppaction://hlinksldjump"/>
          </p:cNvPr>
          <p:cNvSpPr/>
          <p:nvPr/>
        </p:nvSpPr>
        <p:spPr>
          <a:xfrm>
            <a:off x="992263"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8" action="ppaction://hlinksldjump"/>
          </p:cNvPr>
          <p:cNvSpPr/>
          <p:nvPr/>
        </p:nvSpPr>
        <p:spPr>
          <a:xfrm>
            <a:off x="2459857" y="379749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9" action="ppaction://hlinksldjump"/>
          </p:cNvPr>
          <p:cNvSpPr/>
          <p:nvPr/>
        </p:nvSpPr>
        <p:spPr>
          <a:xfrm>
            <a:off x="4859461" y="378147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10" action="ppaction://hlinksldjump"/>
          </p:cNvPr>
          <p:cNvSpPr/>
          <p:nvPr/>
        </p:nvSpPr>
        <p:spPr>
          <a:xfrm>
            <a:off x="3579206" y="376737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c298da1f27_0_417"/>
          <p:cNvPicPr preferRelativeResize="0"/>
          <p:nvPr/>
        </p:nvPicPr>
        <p:blipFill rotWithShape="1">
          <a:blip r:embed="rId3">
            <a:alphaModFix/>
          </a:blip>
          <a:srcRect l="79" r="79"/>
          <a:stretch/>
        </p:blipFill>
        <p:spPr>
          <a:xfrm>
            <a:off x="930371" y="2129450"/>
            <a:ext cx="933510" cy="1321324"/>
          </a:xfrm>
          <a:prstGeom prst="rect">
            <a:avLst/>
          </a:prstGeom>
          <a:noFill/>
          <a:ln>
            <a:noFill/>
          </a:ln>
          <a:effectLst>
            <a:outerShdw blurRad="71438" dist="28575" dir="5400000" algn="bl" rotWithShape="0">
              <a:srgbClr val="000000">
                <a:alpha val="15686"/>
              </a:srgbClr>
            </a:outerShdw>
          </a:effectLst>
        </p:spPr>
      </p:pic>
      <p:pic>
        <p:nvPicPr>
          <p:cNvPr id="770" name="Google Shape;770;g2c298da1f27_0_417"/>
          <p:cNvPicPr preferRelativeResize="0"/>
          <p:nvPr/>
        </p:nvPicPr>
        <p:blipFill rotWithShape="1">
          <a:blip r:embed="rId4">
            <a:alphaModFix/>
          </a:blip>
          <a:srcRect l="19" r="29"/>
          <a:stretch/>
        </p:blipFill>
        <p:spPr>
          <a:xfrm>
            <a:off x="4072837" y="2129450"/>
            <a:ext cx="933510" cy="1321324"/>
          </a:xfrm>
          <a:prstGeom prst="rect">
            <a:avLst/>
          </a:prstGeom>
          <a:noFill/>
          <a:ln>
            <a:noFill/>
          </a:ln>
          <a:effectLst>
            <a:outerShdw blurRad="71438" dist="28575" dir="5400000" algn="bl" rotWithShape="0">
              <a:srgbClr val="000000">
                <a:alpha val="15686"/>
              </a:srgbClr>
            </a:outerShdw>
          </a:effectLst>
        </p:spPr>
      </p:pic>
      <p:pic>
        <p:nvPicPr>
          <p:cNvPr id="771" name="Google Shape;771;g2c298da1f27_0_417"/>
          <p:cNvPicPr preferRelativeResize="0"/>
          <p:nvPr/>
        </p:nvPicPr>
        <p:blipFill rotWithShape="1">
          <a:blip r:embed="rId5">
            <a:alphaModFix/>
          </a:blip>
          <a:srcRect l="19" r="29"/>
          <a:stretch/>
        </p:blipFill>
        <p:spPr>
          <a:xfrm>
            <a:off x="1977859" y="2129450"/>
            <a:ext cx="933510" cy="1321324"/>
          </a:xfrm>
          <a:prstGeom prst="rect">
            <a:avLst/>
          </a:prstGeom>
          <a:noFill/>
          <a:ln>
            <a:noFill/>
          </a:ln>
          <a:effectLst>
            <a:outerShdw blurRad="71438" dist="28575" dir="5400000" algn="bl" rotWithShape="0">
              <a:srgbClr val="000000">
                <a:alpha val="15686"/>
              </a:srgbClr>
            </a:outerShdw>
          </a:effectLst>
        </p:spPr>
      </p:pic>
      <p:pic>
        <p:nvPicPr>
          <p:cNvPr id="772" name="Google Shape;772;g2c298da1f27_0_417"/>
          <p:cNvPicPr preferRelativeResize="0"/>
          <p:nvPr/>
        </p:nvPicPr>
        <p:blipFill rotWithShape="1">
          <a:blip r:embed="rId6">
            <a:alphaModFix/>
          </a:blip>
          <a:srcRect l="19" r="29"/>
          <a:stretch/>
        </p:blipFill>
        <p:spPr>
          <a:xfrm>
            <a:off x="3025348" y="2129450"/>
            <a:ext cx="933510" cy="1321324"/>
          </a:xfrm>
          <a:prstGeom prst="rect">
            <a:avLst/>
          </a:prstGeom>
          <a:noFill/>
          <a:ln>
            <a:noFill/>
          </a:ln>
          <a:effectLst>
            <a:outerShdw blurRad="71438" dist="28575" dir="5400000" algn="bl" rotWithShape="0">
              <a:srgbClr val="000000">
                <a:alpha val="15686"/>
              </a:srgbClr>
            </a:outerShdw>
          </a:effectLst>
        </p:spPr>
      </p:pic>
      <p:pic>
        <p:nvPicPr>
          <p:cNvPr id="773" name="Google Shape;773;g2c298da1f27_0_417"/>
          <p:cNvPicPr preferRelativeResize="0"/>
          <p:nvPr/>
        </p:nvPicPr>
        <p:blipFill rotWithShape="1">
          <a:blip r:embed="rId7">
            <a:alphaModFix/>
          </a:blip>
          <a:srcRect l="79" r="79"/>
          <a:stretch/>
        </p:blipFill>
        <p:spPr>
          <a:xfrm>
            <a:off x="5120325" y="2129450"/>
            <a:ext cx="933510" cy="1321324"/>
          </a:xfrm>
          <a:prstGeom prst="rect">
            <a:avLst/>
          </a:prstGeom>
          <a:noFill/>
          <a:ln>
            <a:noFill/>
          </a:ln>
          <a:effectLst>
            <a:outerShdw blurRad="71438" dist="28575" dir="5400000" algn="bl" rotWithShape="0">
              <a:srgbClr val="000000">
                <a:alpha val="15686"/>
              </a:srgbClr>
            </a:outerShdw>
          </a:effectLst>
        </p:spPr>
      </p:pic>
      <p:pic>
        <p:nvPicPr>
          <p:cNvPr id="774" name="Google Shape;774;g2c298da1f27_0_417"/>
          <p:cNvPicPr preferRelativeResize="0"/>
          <p:nvPr/>
        </p:nvPicPr>
        <p:blipFill rotWithShape="1">
          <a:blip r:embed="rId8">
            <a:alphaModFix/>
          </a:blip>
          <a:srcRect l="79" r="79"/>
          <a:stretch/>
        </p:blipFill>
        <p:spPr>
          <a:xfrm>
            <a:off x="6167815" y="2129450"/>
            <a:ext cx="933510" cy="1321324"/>
          </a:xfrm>
          <a:prstGeom prst="rect">
            <a:avLst/>
          </a:prstGeom>
          <a:noFill/>
          <a:ln>
            <a:noFill/>
          </a:ln>
          <a:effectLst>
            <a:outerShdw blurRad="71438" dist="28575" dir="5400000" algn="bl" rotWithShape="0">
              <a:srgbClr val="000000">
                <a:alpha val="15686"/>
              </a:srgbClr>
            </a:outerShdw>
          </a:effectLst>
        </p:spPr>
      </p:pic>
      <p:pic>
        <p:nvPicPr>
          <p:cNvPr id="775" name="Google Shape;775;g2c298da1f27_0_417"/>
          <p:cNvPicPr preferRelativeResize="0"/>
          <p:nvPr/>
        </p:nvPicPr>
        <p:blipFill rotWithShape="1">
          <a:blip r:embed="rId9">
            <a:alphaModFix/>
          </a:blip>
          <a:srcRect l="19" r="29"/>
          <a:stretch/>
        </p:blipFill>
        <p:spPr>
          <a:xfrm>
            <a:off x="7215303" y="2129450"/>
            <a:ext cx="933510" cy="1321324"/>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2" name="Google Shape;782;g26b7edf6e71_0_109"/>
          <p:cNvGrpSpPr/>
          <p:nvPr/>
        </p:nvGrpSpPr>
        <p:grpSpPr>
          <a:xfrm>
            <a:off x="865957" y="2135925"/>
            <a:ext cx="7282807" cy="2686611"/>
            <a:chOff x="867357" y="2129450"/>
            <a:chExt cx="7282807" cy="2686611"/>
          </a:xfrm>
        </p:grpSpPr>
        <p:pic>
          <p:nvPicPr>
            <p:cNvPr id="783" name="Google Shape;78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3" name="Google Shape;803;g2c298d33e0c_0_6"/>
          <p:cNvGrpSpPr/>
          <p:nvPr/>
        </p:nvGrpSpPr>
        <p:grpSpPr>
          <a:xfrm>
            <a:off x="866900" y="2079100"/>
            <a:ext cx="7281864" cy="2684601"/>
            <a:chOff x="868300" y="2129450"/>
            <a:chExt cx="7281864" cy="2684601"/>
          </a:xfrm>
        </p:grpSpPr>
        <p:pic>
          <p:nvPicPr>
            <p:cNvPr id="804" name="Google Shape;80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7" name="Google Shape;80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8" name="Google Shape;80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38" name="Google Shape;838;g2c298da1f27_0_455"/>
          <p:cNvGrpSpPr/>
          <p:nvPr/>
        </p:nvGrpSpPr>
        <p:grpSpPr>
          <a:xfrm>
            <a:off x="868300" y="2129450"/>
            <a:ext cx="7281864" cy="2684601"/>
            <a:chOff x="868300" y="2053250"/>
            <a:chExt cx="7281864" cy="2684601"/>
          </a:xfrm>
        </p:grpSpPr>
        <p:pic>
          <p:nvPicPr>
            <p:cNvPr id="839" name="Google Shape;83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6" name="Google Shape;84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0" name="Google Shape;85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1" name="Google Shape;85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cfee4e5653_0_1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a:t>
            </a:r>
            <a:r>
              <a:rPr lang="en-US"/>
              <a:t>.</a:t>
            </a:r>
            <a:endParaRPr/>
          </a:p>
        </p:txBody>
      </p:sp>
      <p:pic>
        <p:nvPicPr>
          <p:cNvPr id="858" name="Google Shape;858;g2cfee4e5653_0_14"/>
          <p:cNvPicPr preferRelativeResize="0"/>
          <p:nvPr/>
        </p:nvPicPr>
        <p:blipFill rotWithShape="1">
          <a:blip r:embed="rId3">
            <a:alphaModFix/>
          </a:blip>
          <a:srcRect t="553" b="563"/>
          <a:stretch/>
        </p:blipFill>
        <p:spPr>
          <a:xfrm>
            <a:off x="2111817" y="3802995"/>
            <a:ext cx="2333583" cy="1629080"/>
          </a:xfrm>
          <a:prstGeom prst="rect">
            <a:avLst/>
          </a:prstGeom>
          <a:noFill/>
          <a:ln>
            <a:noFill/>
          </a:ln>
          <a:effectLst>
            <a:outerShdw blurRad="57150" dist="19050" dir="5400000" algn="bl" rotWithShape="0">
              <a:srgbClr val="000000">
                <a:alpha val="20000"/>
              </a:srgbClr>
            </a:outerShdw>
          </a:effectLst>
        </p:spPr>
      </p:pic>
      <p:pic>
        <p:nvPicPr>
          <p:cNvPr id="859" name="Google Shape;859;g2cfee4e5653_0_14"/>
          <p:cNvPicPr preferRelativeResize="0"/>
          <p:nvPr/>
        </p:nvPicPr>
        <p:blipFill rotWithShape="1">
          <a:blip r:embed="rId4">
            <a:alphaModFix/>
          </a:blip>
          <a:srcRect t="553" b="563"/>
          <a:stretch/>
        </p:blipFill>
        <p:spPr>
          <a:xfrm>
            <a:off x="4698500" y="3802995"/>
            <a:ext cx="2333583" cy="1629080"/>
          </a:xfrm>
          <a:prstGeom prst="rect">
            <a:avLst/>
          </a:prstGeom>
          <a:noFill/>
          <a:ln>
            <a:noFill/>
          </a:ln>
          <a:effectLst>
            <a:outerShdw blurRad="57150" dist="19050" dir="5400000" algn="bl" rotWithShape="0">
              <a:srgbClr val="000000">
                <a:alpha val="20000"/>
              </a:srgbClr>
            </a:outerShdw>
          </a:effectLst>
        </p:spPr>
      </p:pic>
      <p:pic>
        <p:nvPicPr>
          <p:cNvPr id="860" name="Google Shape;860;g2cfee4e5653_0_14"/>
          <p:cNvPicPr preferRelativeResize="0"/>
          <p:nvPr/>
        </p:nvPicPr>
        <p:blipFill rotWithShape="1">
          <a:blip r:embed="rId5">
            <a:alphaModFix/>
          </a:blip>
          <a:srcRect t="475" b="475"/>
          <a:stretch/>
        </p:blipFill>
        <p:spPr>
          <a:xfrm>
            <a:off x="3405159" y="1978552"/>
            <a:ext cx="2333583" cy="1629080"/>
          </a:xfrm>
          <a:prstGeom prst="rect">
            <a:avLst/>
          </a:prstGeom>
          <a:noFill/>
          <a:ln>
            <a:noFill/>
          </a:ln>
          <a:effectLst>
            <a:outerShdw blurRad="57150" dist="19050" dir="5400000" algn="bl" rotWithShape="0">
              <a:srgbClr val="000000">
                <a:alpha val="20000"/>
              </a:srgbClr>
            </a:outerShdw>
          </a:effectLst>
        </p:spPr>
      </p:pic>
      <p:pic>
        <p:nvPicPr>
          <p:cNvPr id="861" name="Google Shape;861;g2cfee4e5653_0_14"/>
          <p:cNvPicPr preferRelativeResize="0"/>
          <p:nvPr/>
        </p:nvPicPr>
        <p:blipFill rotWithShape="1">
          <a:blip r:embed="rId6">
            <a:alphaModFix/>
          </a:blip>
          <a:srcRect t="475" b="475"/>
          <a:stretch/>
        </p:blipFill>
        <p:spPr>
          <a:xfrm>
            <a:off x="818475" y="1978551"/>
            <a:ext cx="2333583" cy="1629081"/>
          </a:xfrm>
          <a:prstGeom prst="rect">
            <a:avLst/>
          </a:prstGeom>
          <a:noFill/>
          <a:ln>
            <a:noFill/>
          </a:ln>
          <a:effectLst>
            <a:outerShdw blurRad="57150" dist="19050" dir="5400000" algn="bl" rotWithShape="0">
              <a:srgbClr val="000000">
                <a:alpha val="20000"/>
              </a:srgbClr>
            </a:outerShdw>
          </a:effectLst>
        </p:spPr>
      </p:pic>
      <p:pic>
        <p:nvPicPr>
          <p:cNvPr id="862" name="Google Shape;862;g2cfee4e5653_0_14"/>
          <p:cNvPicPr preferRelativeResize="0"/>
          <p:nvPr/>
        </p:nvPicPr>
        <p:blipFill rotWithShape="1">
          <a:blip r:embed="rId7">
            <a:alphaModFix/>
          </a:blip>
          <a:srcRect t="475" b="475"/>
          <a:stretch/>
        </p:blipFill>
        <p:spPr>
          <a:xfrm>
            <a:off x="5991842" y="1978550"/>
            <a:ext cx="2333583" cy="16290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9" name="Google Shape;869;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0" name="Google Shape;870;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71" name="Google Shape;871;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8" name="Google Shape;878;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9" name="Google Shape;879;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0" name="Google Shape;88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87" name="Google Shape;88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8" name="Google Shape;888;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89" name="Google Shape;88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6" name="Google Shape;896;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97" name="Google Shape;897;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7450"/>
              </a:srgbClr>
            </a:outerShdw>
          </a:effectLst>
        </p:spPr>
      </p:pic>
      <p:sp>
        <p:nvSpPr>
          <p:cNvPr id="898" name="Google Shape;89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5" name="Google Shape;905;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6" name="Google Shape;906;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3" name="Google Shape;91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4" name="Google Shape;91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b7f6616_1_0"/>
          <p:cNvSpPr/>
          <p:nvPr/>
        </p:nvSpPr>
        <p:spPr>
          <a:xfrm>
            <a:off x="4225245"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0" name="Google Shape;93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1" name="Google Shape;931;g2c4fb7f6616_1_0"/>
          <p:cNvSpPr txBox="1">
            <a:spLocks noGrp="1"/>
          </p:cNvSpPr>
          <p:nvPr>
            <p:ph type="subTitle" idx="4294967295"/>
          </p:nvPr>
        </p:nvSpPr>
        <p:spPr>
          <a:xfrm>
            <a:off x="365559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32" name="Google Shape;932;g2c4fb7f6616_1_0"/>
          <p:cNvSpPr txBox="1">
            <a:spLocks noGrp="1"/>
          </p:cNvSpPr>
          <p:nvPr>
            <p:ph type="subTitle" idx="4294967295"/>
          </p:nvPr>
        </p:nvSpPr>
        <p:spPr>
          <a:xfrm>
            <a:off x="1974886" y="1308025"/>
            <a:ext cx="1982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5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r</a:t>
            </a:r>
            <a:endParaRPr sz="15000" b="0" i="0" u="none" strike="noStrike" cap="none">
              <a:solidFill>
                <a:srgbClr val="993FA2"/>
              </a:solidFill>
              <a:latin typeface="Jost"/>
              <a:ea typeface="Jost"/>
              <a:cs typeface="Jost"/>
              <a:sym typeface="Jost"/>
            </a:endParaRPr>
          </a:p>
        </p:txBody>
      </p:sp>
      <p:sp>
        <p:nvSpPr>
          <p:cNvPr id="933" name="Google Shape;93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35" name="Google Shape;935;g2c4fb7f6616_1_0"/>
          <p:cNvSpPr txBox="1">
            <a:spLocks noGrp="1"/>
          </p:cNvSpPr>
          <p:nvPr>
            <p:ph type="subTitle" idx="4294967295"/>
          </p:nvPr>
        </p:nvSpPr>
        <p:spPr>
          <a:xfrm>
            <a:off x="4696320" y="1308025"/>
            <a:ext cx="2451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ue</a:t>
            </a:r>
            <a:endParaRPr sz="15000" b="0" i="0" u="none" strike="noStrike" cap="none">
              <a:solidFill>
                <a:srgbClr val="00904C"/>
              </a:solidFill>
              <a:latin typeface="Jost"/>
              <a:ea typeface="Jost"/>
              <a:cs typeface="Jost"/>
              <a:sym typeface="Jost"/>
            </a:endParaRPr>
          </a:p>
        </p:txBody>
      </p:sp>
      <p:sp>
        <p:nvSpPr>
          <p:cNvPr id="936" name="Google Shape;936;g2c4fb7f6616_1_0"/>
          <p:cNvSpPr/>
          <p:nvPr/>
        </p:nvSpPr>
        <p:spPr>
          <a:xfrm>
            <a:off x="5176845" y="4056363"/>
            <a:ext cx="15294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a:off x="5162318" y="73830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b7f6616_1_0"/>
          <p:cNvSpPr/>
          <p:nvPr/>
        </p:nvSpPr>
        <p:spPr>
          <a:xfrm>
            <a:off x="2164732" y="4056375"/>
            <a:ext cx="16521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b7f6616_1_0"/>
          <p:cNvSpPr/>
          <p:nvPr/>
        </p:nvSpPr>
        <p:spPr>
          <a:xfrm>
            <a:off x="395863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f1f174061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6" name="Google Shape;946;g2cf1f174061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7" name="Google Shape;947;g2cf1f174061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cf1f174061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f1f174061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f1f174061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f1f174061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f1f174061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3" name="Google Shape;953;g2cf1f174061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4" name="Google Shape;954;g2cf1f174061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5" name="Google Shape;955;g2cf1f174061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6" name="Google Shape;956;g2cf1f174061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7" name="Google Shape;957;g2cf1f174061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8" name="Google Shape;958;g2cf1f174061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9" name="Google Shape;959;g2cf1f174061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60" name="Google Shape;960;g2cf1f174061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cf1f174061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cf1f174061_0_12"/>
          <p:cNvSpPr/>
          <p:nvPr/>
        </p:nvSpPr>
        <p:spPr>
          <a:xfrm>
            <a:off x="42488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f1f174061_0_12"/>
          <p:cNvSpPr/>
          <p:nvPr/>
        </p:nvSpPr>
        <p:spPr>
          <a:xfrm>
            <a:off x="47288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highlight>
                <a:srgbClr val="ED1C24"/>
              </a:highlight>
              <a:latin typeface="Poppins"/>
              <a:ea typeface="Poppins"/>
              <a:cs typeface="Poppins"/>
              <a:sym typeface="Poppins"/>
            </a:endParaRPr>
          </a:p>
        </p:txBody>
      </p:sp>
      <p:sp>
        <p:nvSpPr>
          <p:cNvPr id="964" name="Google Shape;964;g2cf1f174061_0_12"/>
          <p:cNvSpPr/>
          <p:nvPr/>
        </p:nvSpPr>
        <p:spPr>
          <a:xfrm>
            <a:off x="53612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cf1f174061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cf1f174061_0_12"/>
          <p:cNvSpPr txBox="1">
            <a:spLocks noGrp="1"/>
          </p:cNvSpPr>
          <p:nvPr>
            <p:ph type="subTitle" idx="4294967295"/>
          </p:nvPr>
        </p:nvSpPr>
        <p:spPr>
          <a:xfrm>
            <a:off x="47916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7" name="Google Shape;967;g2cf1f174061_0_12"/>
          <p:cNvSpPr txBox="1">
            <a:spLocks noGrp="1"/>
          </p:cNvSpPr>
          <p:nvPr>
            <p:ph type="subTitle" idx="4294967295"/>
          </p:nvPr>
        </p:nvSpPr>
        <p:spPr>
          <a:xfrm>
            <a:off x="36791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68" name="Google Shape;968;g2cf1f174061_0_12"/>
          <p:cNvSpPr txBox="1">
            <a:spLocks noGrp="1"/>
          </p:cNvSpPr>
          <p:nvPr>
            <p:ph type="subTitle" idx="4294967295"/>
          </p:nvPr>
        </p:nvSpPr>
        <p:spPr>
          <a:xfrm>
            <a:off x="4159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69" name="Google Shape;969;g2cf1f174061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cf1f174061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1" name="Google Shape;971;g2cf1f174061_0_12"/>
          <p:cNvSpPr txBox="1">
            <a:spLocks noGrp="1"/>
          </p:cNvSpPr>
          <p:nvPr>
            <p:ph type="subTitle" idx="4294967295"/>
          </p:nvPr>
        </p:nvSpPr>
        <p:spPr>
          <a:xfrm>
            <a:off x="5756138" y="1308025"/>
            <a:ext cx="2451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ue</a:t>
            </a:r>
            <a:endParaRPr sz="15000" b="0" i="0" u="none" strike="noStrike" cap="none">
              <a:solidFill>
                <a:srgbClr val="00904C"/>
              </a:solidFill>
              <a:latin typeface="Jost"/>
              <a:ea typeface="Jost"/>
              <a:cs typeface="Jost"/>
              <a:sym typeface="Jost"/>
            </a:endParaRPr>
          </a:p>
        </p:txBody>
      </p:sp>
      <p:sp>
        <p:nvSpPr>
          <p:cNvPr id="972" name="Google Shape;972;g2cf1f174061_0_12"/>
          <p:cNvSpPr/>
          <p:nvPr/>
        </p:nvSpPr>
        <p:spPr>
          <a:xfrm>
            <a:off x="6236663" y="4056363"/>
            <a:ext cx="15294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f1f174061_0_12"/>
          <p:cNvSpPr/>
          <p:nvPr/>
        </p:nvSpPr>
        <p:spPr>
          <a:xfrm>
            <a:off x="5162318" y="73830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f1f174061_0_12"/>
          <p:cNvSpPr/>
          <p:nvPr/>
        </p:nvSpPr>
        <p:spPr>
          <a:xfrm>
            <a:off x="34868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cf1f174061_0_12"/>
          <p:cNvSpPr txBox="1">
            <a:spLocks noGrp="1"/>
          </p:cNvSpPr>
          <p:nvPr>
            <p:ph type="subTitle" idx="4294967295"/>
          </p:nvPr>
        </p:nvSpPr>
        <p:spPr>
          <a:xfrm>
            <a:off x="29171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76" name="Google Shape;976;g2cf1f174061_0_12"/>
          <p:cNvSpPr/>
          <p:nvPr/>
        </p:nvSpPr>
        <p:spPr>
          <a:xfrm>
            <a:off x="249626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7" name="Google Shape;977;g2cf1f174061_0_12"/>
          <p:cNvSpPr txBox="1">
            <a:spLocks noGrp="1"/>
          </p:cNvSpPr>
          <p:nvPr>
            <p:ph type="subTitle" idx="4294967295"/>
          </p:nvPr>
        </p:nvSpPr>
        <p:spPr>
          <a:xfrm>
            <a:off x="19265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78" name="Google Shape;978;g2cf1f174061_0_12"/>
          <p:cNvSpPr/>
          <p:nvPr/>
        </p:nvSpPr>
        <p:spPr>
          <a:xfrm>
            <a:off x="150566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cf1f174061_0_12"/>
          <p:cNvSpPr txBox="1">
            <a:spLocks noGrp="1"/>
          </p:cNvSpPr>
          <p:nvPr>
            <p:ph type="subTitle" idx="4294967295"/>
          </p:nvPr>
        </p:nvSpPr>
        <p:spPr>
          <a:xfrm>
            <a:off x="9359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80" name="Google Shape;980;g2cf1f174061_0_12"/>
          <p:cNvSpPr/>
          <p:nvPr/>
        </p:nvSpPr>
        <p:spPr>
          <a:xfrm>
            <a:off x="4000475"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f1f174061_0_12"/>
          <p:cNvSpPr/>
          <p:nvPr/>
        </p:nvSpPr>
        <p:spPr>
          <a:xfrm>
            <a:off x="5993675"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8" name="Google Shape;98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9" name="Google Shape;98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6" name="Google Shape;99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7" name="Google Shape;997;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98" name="Google Shape;99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5" name="Google Shape;100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6" name="Google Shape;1006;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7" name="Google Shape;100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4" name="Google Shape;101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5" name="Google Shape;101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6" name="Google Shape;101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3" name="Google Shape;102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4" name="Google Shape;102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5" name="Google Shape;102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g2cf1f174061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2" name="Google Shape;1032;g2cf1f174061_0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3" name="Google Shape;1033;g2cf1f174061_0_59"/>
          <p:cNvGrpSpPr/>
          <p:nvPr/>
        </p:nvGrpSpPr>
        <p:grpSpPr>
          <a:xfrm>
            <a:off x="3024000" y="209875"/>
            <a:ext cx="3096000" cy="454800"/>
            <a:chOff x="3024000" y="209875"/>
            <a:chExt cx="3096000" cy="454800"/>
          </a:xfrm>
        </p:grpSpPr>
        <p:sp>
          <p:nvSpPr>
            <p:cNvPr id="1034" name="Google Shape;1034;g2cf1f174061_0_5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cf1f174061_0_5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6" name="Google Shape;1036;g2cf1f174061_0_59"/>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7" name="Google Shape;1037;g2cf1f174061_0_5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8" name="Google Shape;1038;g2cf1f174061_0_5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9" name="Google Shape;1039;g2cf1f174061_0_5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0" name="Google Shape;1040;g2cf1f174061_0_5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1" name="Google Shape;1041;g2cf1f174061_0_59"/>
          <p:cNvSpPr txBox="1"/>
          <p:nvPr/>
        </p:nvSpPr>
        <p:spPr>
          <a:xfrm>
            <a:off x="2330350" y="95140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2" name="Google Shape;1042;g2cf1f174061_0_59"/>
          <p:cNvSpPr txBox="1"/>
          <p:nvPr/>
        </p:nvSpPr>
        <p:spPr>
          <a:xfrm>
            <a:off x="5182001" y="95140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43" name="Google Shape;1043;g2cf1f174061_0_59"/>
          <p:cNvSpPr txBox="1"/>
          <p:nvPr/>
        </p:nvSpPr>
        <p:spPr>
          <a:xfrm>
            <a:off x="1181100" y="951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1044" name="Google Shape;1044;g2cf1f174061_0_59"/>
          <p:cNvSpPr txBox="1"/>
          <p:nvPr/>
        </p:nvSpPr>
        <p:spPr>
          <a:xfrm>
            <a:off x="3276201" y="951400"/>
            <a:ext cx="871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5" name="Google Shape;1045;g2cf1f174061_0_59"/>
          <p:cNvSpPr txBox="1"/>
          <p:nvPr/>
        </p:nvSpPr>
        <p:spPr>
          <a:xfrm>
            <a:off x="4279651" y="951400"/>
            <a:ext cx="770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46" name="Google Shape;1046;g2cf1f174061_0_59"/>
          <p:cNvSpPr txBox="1"/>
          <p:nvPr/>
        </p:nvSpPr>
        <p:spPr>
          <a:xfrm>
            <a:off x="7277102" y="95140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7" name="Google Shape;1047;g2cf1f174061_0_59"/>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48" name="Google Shape;1048;g2cf1f174061_0_59"/>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049" name="Google Shape;1049;g2cf1f174061_0_59"/>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50" name="Google Shape;1050;g2cf1f174061_0_59"/>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51" name="Google Shape;1051;g2cf1f174061_0_59"/>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52" name="Google Shape;1052;g2cf1f174061_0_59"/>
          <p:cNvSpPr txBox="1"/>
          <p:nvPr/>
        </p:nvSpPr>
        <p:spPr>
          <a:xfrm>
            <a:off x="6127851" y="951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cxnSp>
        <p:nvCxnSpPr>
          <p:cNvPr id="1053" name="Google Shape;1053;g2cf1f174061_0_59"/>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4" name="Google Shape;1054;g2cf1f174061_0_59"/>
          <p:cNvSpPr txBox="1"/>
          <p:nvPr/>
        </p:nvSpPr>
        <p:spPr>
          <a:xfrm>
            <a:off x="1181100"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1" name="Google Shape;106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2" name="Google Shape;1062;g1f3daf8a844_0_64"/>
          <p:cNvGrpSpPr/>
          <p:nvPr/>
        </p:nvGrpSpPr>
        <p:grpSpPr>
          <a:xfrm>
            <a:off x="3024000" y="209875"/>
            <a:ext cx="3096000" cy="454800"/>
            <a:chOff x="3024000" y="209875"/>
            <a:chExt cx="3096000" cy="454800"/>
          </a:xfrm>
        </p:grpSpPr>
        <p:sp>
          <p:nvSpPr>
            <p:cNvPr id="1063" name="Google Shape;106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5" name="Google Shape;106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6" name="Google Shape;1066;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67" name="Google Shape;106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0" name="Google Shape;107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1" name="Google Shape;1071;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rgue fuel rescue venue</a:t>
            </a:r>
            <a:endParaRPr sz="1800" b="0" i="0" u="none" strike="noStrike" cap="none">
              <a:solidFill>
                <a:srgbClr val="B7B7B7"/>
              </a:solidFill>
              <a:latin typeface="Jost"/>
              <a:ea typeface="Jost"/>
              <a:cs typeface="Jost"/>
              <a:sym typeface="Jost"/>
            </a:endParaRPr>
          </a:p>
        </p:txBody>
      </p:sp>
      <p:cxnSp>
        <p:nvCxnSpPr>
          <p:cNvPr id="1072" name="Google Shape;1072;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3" name="Google Shape;1073;g1f3daf8a844_0_64"/>
          <p:cNvSpPr txBox="1"/>
          <p:nvPr/>
        </p:nvSpPr>
        <p:spPr>
          <a:xfrm>
            <a:off x="2330350" y="95140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5182001" y="95140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1181100" y="951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
        <p:nvSpPr>
          <p:cNvPr id="1076" name="Google Shape;1076;g1f3daf8a844_0_64"/>
          <p:cNvSpPr txBox="1"/>
          <p:nvPr/>
        </p:nvSpPr>
        <p:spPr>
          <a:xfrm>
            <a:off x="3276201" y="951400"/>
            <a:ext cx="871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77" name="Google Shape;1077;g1f3daf8a844_0_64"/>
          <p:cNvSpPr txBox="1"/>
          <p:nvPr/>
        </p:nvSpPr>
        <p:spPr>
          <a:xfrm>
            <a:off x="4279651" y="951400"/>
            <a:ext cx="770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8" name="Google Shape;1078;g1f3daf8a844_0_64"/>
          <p:cNvSpPr txBox="1"/>
          <p:nvPr/>
        </p:nvSpPr>
        <p:spPr>
          <a:xfrm>
            <a:off x="7277102" y="951400"/>
            <a:ext cx="6858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80" name="Google Shape;1080;g1f3daf8a844_0_64"/>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081" name="Google Shape;1081;g1f3daf8a844_0_64"/>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82" name="Google Shape;1082;g1f3daf8a844_0_64"/>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83" name="Google Shape;1083;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
        <p:nvSpPr>
          <p:cNvPr id="1084" name="Google Shape;1084;g1f3daf8a844_0_64"/>
          <p:cNvSpPr txBox="1"/>
          <p:nvPr/>
        </p:nvSpPr>
        <p:spPr>
          <a:xfrm>
            <a:off x="6127851" y="95140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sp>
        <p:nvSpPr>
          <p:cNvPr id="1085" name="Google Shape;1085;g1f3daf8a844_0_64"/>
          <p:cNvSpPr txBox="1"/>
          <p:nvPr/>
        </p:nvSpPr>
        <p:spPr>
          <a:xfrm>
            <a:off x="1181100" y="220162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381</Words>
  <Application>Microsoft Office PowerPoint</Application>
  <PresentationFormat>On-screen Show (4:3)</PresentationFormat>
  <Paragraphs>155</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Calibri</vt:lpstr>
      <vt:lpstr>Jost</vt:lpstr>
      <vt:lpstr>Arial</vt:lpstr>
      <vt:lpstr>Poppins</vt:lpstr>
      <vt:lpstr>Poppins SemiBold</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2026-05-20T04:52:02Z</dcterms:modified>
</cp:coreProperties>
</file>