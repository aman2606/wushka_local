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embeddedFontLst>
    <p:embeddedFont>
      <p:font typeface="Jost"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7N6irt6mYBiRaP5hpebbT/5Px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75A24E-12BF-4A8F-8962-CCD73BCE0450}">
  <a:tblStyle styleId="{CF75A24E-12BF-4A8F-8962-CCD73BCE045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1d070afbad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31d070afba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31d070afbad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d2895fe33f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d2895fe33f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d2895fe33f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d2895fe33f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d2895fe33f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d2895fe33f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d2895fe33f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d2895fe33f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d2895fe33f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2d2895fe33f_0_1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2d2895fe33f_0_1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2d2895fe33f_0_1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d2895fe33f_0_1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8" name="Google Shape;1148;g2d2895fe33f_0_1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9" name="Google Shape;1149;g2d2895fe33f_0_1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 name="Google Shape;24;p14"/>
          <p:cNvSpPr txBox="1"/>
          <p:nvPr/>
        </p:nvSpPr>
        <p:spPr>
          <a:xfrm>
            <a:off x="804225" y="1600125"/>
            <a:ext cx="5172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Sound Family /oa/</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4 -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9.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6.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 Id="rId9" Type="http://schemas.openxmlformats.org/officeDocument/2006/relationships/image" Target="../media/image108.png"/></Relationships>
</file>

<file path=ppt/slides/_rels/slide7.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9.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7.xml"/><Relationship Id="rId16" Type="http://schemas.openxmlformats.org/officeDocument/2006/relationships/image" Target="../media/image121.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16.png"/><Relationship Id="rId5" Type="http://schemas.openxmlformats.org/officeDocument/2006/relationships/image" Target="../media/image111.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10.png"/><Relationship Id="rId9" Type="http://schemas.openxmlformats.org/officeDocument/2006/relationships/image" Target="../media/image114.png"/><Relationship Id="rId14" Type="http://schemas.openxmlformats.org/officeDocument/2006/relationships/image" Target="../media/image119.png"/></Relationships>
</file>

<file path=ppt/slides/_rels/slide8.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45.png"/><Relationship Id="rId3" Type="http://schemas.openxmlformats.org/officeDocument/2006/relationships/image" Target="../media/image122.png"/><Relationship Id="rId21" Type="http://schemas.openxmlformats.org/officeDocument/2006/relationships/image" Target="../media/image140.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2" Type="http://schemas.openxmlformats.org/officeDocument/2006/relationships/notesSlide" Target="../notesSlides/notesSlide8.xml"/><Relationship Id="rId16" Type="http://schemas.openxmlformats.org/officeDocument/2006/relationships/image" Target="../media/image135.png"/><Relationship Id="rId20" Type="http://schemas.openxmlformats.org/officeDocument/2006/relationships/image" Target="../media/image139.png"/><Relationship Id="rId29" Type="http://schemas.openxmlformats.org/officeDocument/2006/relationships/image" Target="../media/image148.png"/><Relationship Id="rId1" Type="http://schemas.openxmlformats.org/officeDocument/2006/relationships/slideLayout" Target="../slideLayouts/slideLayout3.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28" Type="http://schemas.openxmlformats.org/officeDocument/2006/relationships/image" Target="../media/image147.png"/><Relationship Id="rId10" Type="http://schemas.openxmlformats.org/officeDocument/2006/relationships/image" Target="../media/image129.png"/><Relationship Id="rId19" Type="http://schemas.openxmlformats.org/officeDocument/2006/relationships/image" Target="../media/image138.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46.png"/><Relationship Id="rId30" Type="http://schemas.openxmlformats.org/officeDocument/2006/relationships/image" Target="../media/image149.png"/></Relationships>
</file>

<file path=ppt/slides/_rels/slide9.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image" Target="../media/image150.png"/><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 Id="rId14" Type="http://schemas.openxmlformats.org/officeDocument/2006/relationships/image" Target="../media/image161.png"/></Relationships>
</file>

<file path=ppt/slides/_rels/slide10.xml.rels><?xml version="1.0" encoding="UTF-8" standalone="yes"?>
<Relationships xmlns="http://schemas.openxmlformats.org/package/2006/relationships"><Relationship Id="rId8" Type="http://schemas.openxmlformats.org/officeDocument/2006/relationships/image" Target="../media/image168.png"/><Relationship Id="rId13" Type="http://schemas.openxmlformats.org/officeDocument/2006/relationships/image" Target="../media/image173.png"/><Relationship Id="rId3" Type="http://schemas.openxmlformats.org/officeDocument/2006/relationships/image" Target="../media/image163.png"/><Relationship Id="rId7" Type="http://schemas.openxmlformats.org/officeDocument/2006/relationships/image" Target="../media/image167.png"/><Relationship Id="rId12" Type="http://schemas.openxmlformats.org/officeDocument/2006/relationships/image" Target="../media/image172.png"/><Relationship Id="rId2" Type="http://schemas.openxmlformats.org/officeDocument/2006/relationships/notesSlide" Target="../notesSlides/notesSlide10.xml"/><Relationship Id="rId16" Type="http://schemas.openxmlformats.org/officeDocument/2006/relationships/image" Target="../media/image176.png"/><Relationship Id="rId1" Type="http://schemas.openxmlformats.org/officeDocument/2006/relationships/slideLayout" Target="../slideLayouts/slideLayout3.xml"/><Relationship Id="rId6" Type="http://schemas.openxmlformats.org/officeDocument/2006/relationships/image" Target="../media/image166.png"/><Relationship Id="rId11" Type="http://schemas.openxmlformats.org/officeDocument/2006/relationships/image" Target="../media/image171.png"/><Relationship Id="rId5" Type="http://schemas.openxmlformats.org/officeDocument/2006/relationships/image" Target="../media/image165.png"/><Relationship Id="rId15" Type="http://schemas.openxmlformats.org/officeDocument/2006/relationships/image" Target="../media/image175.png"/><Relationship Id="rId10" Type="http://schemas.openxmlformats.org/officeDocument/2006/relationships/image" Target="../media/image170.png"/><Relationship Id="rId4" Type="http://schemas.openxmlformats.org/officeDocument/2006/relationships/image" Target="../media/image164.png"/><Relationship Id="rId9" Type="http://schemas.openxmlformats.org/officeDocument/2006/relationships/image" Target="../media/image169.png"/><Relationship Id="rId14" Type="http://schemas.openxmlformats.org/officeDocument/2006/relationships/image" Target="../media/image174.png"/></Relationships>
</file>

<file path=ppt/slides/_rels/slide11.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7.png"/><Relationship Id="rId7" Type="http://schemas.openxmlformats.org/officeDocument/2006/relationships/image" Target="../media/image18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 Id="rId9" Type="http://schemas.openxmlformats.org/officeDocument/2006/relationships/image" Target="../media/image183.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53.png"/><Relationship Id="rId4" Type="http://schemas.openxmlformats.org/officeDocument/2006/relationships/image" Target="../media/image112.png"/></Relationships>
</file>

<file path=ppt/slides/_rels/slide2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90.png"/><Relationship Id="rId4" Type="http://schemas.openxmlformats.org/officeDocument/2006/relationships/image" Target="../media/image189.png"/></Relationships>
</file>

<file path=ppt/slides/_rels/slide24.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25.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9912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/oa/;</a:t>
            </a:r>
            <a:br>
              <a:rPr lang="en-US" sz="3000"/>
            </a:br>
            <a:r>
              <a:rPr lang="en-US" sz="3000"/>
              <a:t>o</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18</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{CF75A24E-12BF-4A8F-8962-CCD73BCE0450}</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/o</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31d070afbad_0_1"/>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/oa/</a:t>
            </a:r>
            <a:r>
              <a:rPr lang="en-US"/>
              <a:t> sound family spelling patterns.</a:t>
            </a:r>
            <a:endParaRPr/>
          </a:p>
        </p:txBody>
      </p:sp>
      <p:sp>
        <p:nvSpPr>
          <p:cNvPr id="662" name="Google Shape;662;g31d070afbad_0_1"/>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31d070afbad_0_1"/>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31d070afbad_0_1"/>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31d070afbad_0_1"/>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31d070afbad_0_1"/>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31d070afbad_0_1"/>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31d070afbad_0_1"/>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31d070afbad_0_1"/>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31d070afbad_0_1"/>
          <p:cNvSpPr txBox="1"/>
          <p:nvPr/>
        </p:nvSpPr>
        <p:spPr>
          <a:xfrm>
            <a:off x="4322024" y="5256525"/>
            <a:ext cx="1444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31d070afbad_0_1"/>
          <p:cNvPicPr preferRelativeResize="0"/>
          <p:nvPr/>
        </p:nvPicPr>
        <p:blipFill rotWithShape="1">
          <a:blip r:embed="rId5">
            <a:alphaModFix/>
          </a:blip>
          <a:srcRect t="59" b="59"/>
          <a:stretch/>
        </p:blipFill>
        <p:spPr>
          <a:xfrm>
            <a:off x="4578429" y="4326104"/>
            <a:ext cx="931973" cy="665200"/>
          </a:xfrm>
          <a:prstGeom prst="rect">
            <a:avLst/>
          </a:prstGeom>
          <a:noFill/>
          <a:ln>
            <a:noFill/>
          </a:ln>
          <a:effectLst>
            <a:outerShdw blurRad="71438" dist="19050" dir="5220000" algn="bl" rotWithShape="0">
              <a:srgbClr val="D8D8D8"/>
            </a:outerShdw>
          </a:effectLst>
        </p:spPr>
      </p:pic>
      <p:sp>
        <p:nvSpPr>
          <p:cNvPr id="672" name="Google Shape;672;g31d070afbad_0_1"/>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31d070afbad_0_1"/>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31d070afbad_0_1"/>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31d070afbad_0_1">
            <a:hlinkClick r:id="rId7" action="ppaction://hlinksldjump"/>
          </p:cNvPr>
          <p:cNvSpPr/>
          <p:nvPr/>
        </p:nvSpPr>
        <p:spPr>
          <a:xfrm>
            <a:off x="936066"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31d070afbad_0_1">
            <a:hlinkClick r:id="rId8" action="ppaction://hlinksldjump"/>
          </p:cNvPr>
          <p:cNvSpPr/>
          <p:nvPr/>
        </p:nvSpPr>
        <p:spPr>
          <a:xfrm>
            <a:off x="3364677" y="378794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31d070afbad_0_1">
            <a:hlinkClick r:id="rId9" action="ppaction://hlinksldjump"/>
          </p:cNvPr>
          <p:cNvSpPr/>
          <p:nvPr/>
        </p:nvSpPr>
        <p:spPr>
          <a:xfrm>
            <a:off x="4459532" y="380849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31d070afbad_0_1">
            <a:hlinkClick r:id="rId10" action="ppaction://hlinksldjump"/>
          </p:cNvPr>
          <p:cNvSpPr/>
          <p:nvPr/>
        </p:nvSpPr>
        <p:spPr>
          <a:xfrm>
            <a:off x="2165693" y="37879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7709" y="2053250"/>
            <a:ext cx="935160" cy="1323673"/>
          </a:xfrm>
          <a:prstGeom prst="rect">
            <a:avLst/>
          </a:prstGeom>
          <a:noFill/>
          <a:ln>
            <a:noFill/>
          </a:ln>
          <a:effectLst>
            <a:outerShdw blurRad="71438" dist="28575" dir="5400000" algn="bl" rotWithShape="0">
              <a:srgbClr val="000000">
                <a:alpha val="14510"/>
              </a:srgbClr>
            </a:outerShdw>
          </a:effectLst>
        </p:spPr>
      </p:pic>
      <p:pic>
        <p:nvPicPr>
          <p:cNvPr id="800" name="Google Shape;800;g2cdbdd49f8e_0_0"/>
          <p:cNvPicPr preferRelativeResize="0"/>
          <p:nvPr/>
        </p:nvPicPr>
        <p:blipFill rotWithShape="1">
          <a:blip r:embed="rId4">
            <a:alphaModFix/>
          </a:blip>
          <a:srcRect l="79" r="79"/>
          <a:stretch/>
        </p:blipFill>
        <p:spPr>
          <a:xfrm>
            <a:off x="4085729" y="2053250"/>
            <a:ext cx="935160" cy="1323673"/>
          </a:xfrm>
          <a:prstGeom prst="rect">
            <a:avLst/>
          </a:prstGeom>
          <a:noFill/>
          <a:ln>
            <a:noFill/>
          </a:ln>
          <a:effectLst>
            <a:outerShdw blurRad="71438" dist="28575" dir="5400000" algn="bl" rotWithShape="0">
              <a:srgbClr val="000000">
                <a:alpha val="14510"/>
              </a:srgbClr>
            </a:outerShdw>
          </a:effectLst>
        </p:spPr>
      </p:pic>
      <p:pic>
        <p:nvPicPr>
          <p:cNvPr id="801" name="Google Shape;801;g2cdbdd49f8e_0_0"/>
          <p:cNvPicPr preferRelativeResize="0"/>
          <p:nvPr/>
        </p:nvPicPr>
        <p:blipFill rotWithShape="1">
          <a:blip r:embed="rId5">
            <a:alphaModFix/>
          </a:blip>
          <a:srcRect l="19" r="29"/>
          <a:stretch/>
        </p:blipFill>
        <p:spPr>
          <a:xfrm>
            <a:off x="1987048" y="2053250"/>
            <a:ext cx="935160" cy="1323674"/>
          </a:xfrm>
          <a:prstGeom prst="rect">
            <a:avLst/>
          </a:prstGeom>
          <a:noFill/>
          <a:ln>
            <a:noFill/>
          </a:ln>
          <a:effectLst>
            <a:outerShdw blurRad="71438" dist="28575" dir="5400000" algn="bl" rotWithShape="0">
              <a:srgbClr val="000000">
                <a:alpha val="14510"/>
              </a:srgbClr>
            </a:outerShdw>
          </a:effectLst>
        </p:spPr>
      </p:pic>
      <p:pic>
        <p:nvPicPr>
          <p:cNvPr id="802" name="Google Shape;802;g2cdbdd49f8e_0_0"/>
          <p:cNvPicPr preferRelativeResize="0"/>
          <p:nvPr/>
        </p:nvPicPr>
        <p:blipFill rotWithShape="1">
          <a:blip r:embed="rId6">
            <a:alphaModFix/>
          </a:blip>
          <a:srcRect l="19" r="29"/>
          <a:stretch/>
        </p:blipFill>
        <p:spPr>
          <a:xfrm>
            <a:off x="3036390" y="2053250"/>
            <a:ext cx="935160" cy="1323674"/>
          </a:xfrm>
          <a:prstGeom prst="rect">
            <a:avLst/>
          </a:prstGeom>
          <a:noFill/>
          <a:ln>
            <a:noFill/>
          </a:ln>
          <a:effectLst>
            <a:outerShdw blurRad="71438" dist="28575" dir="5400000" algn="bl" rotWithShape="0">
              <a:srgbClr val="000000">
                <a:alpha val="14510"/>
              </a:srgbClr>
            </a:outerShdw>
          </a:effectLst>
        </p:spPr>
      </p:pic>
      <p:pic>
        <p:nvPicPr>
          <p:cNvPr id="803" name="Google Shape;803;g2cdbdd49f8e_0_0"/>
          <p:cNvPicPr preferRelativeResize="0"/>
          <p:nvPr/>
        </p:nvPicPr>
        <p:blipFill rotWithShape="1">
          <a:blip r:embed="rId7">
            <a:alphaModFix/>
          </a:blip>
          <a:srcRect l="19" r="29"/>
          <a:stretch/>
        </p:blipFill>
        <p:spPr>
          <a:xfrm>
            <a:off x="5135068" y="2053250"/>
            <a:ext cx="935160" cy="1323674"/>
          </a:xfrm>
          <a:prstGeom prst="rect">
            <a:avLst/>
          </a:prstGeom>
          <a:noFill/>
          <a:ln>
            <a:noFill/>
          </a:ln>
          <a:effectLst>
            <a:outerShdw blurRad="71438" dist="28575" dir="5400000" algn="bl" rotWithShape="0">
              <a:srgbClr val="000000">
                <a:alpha val="14510"/>
              </a:srgbClr>
            </a:outerShdw>
          </a:effectLst>
        </p:spPr>
      </p:pic>
      <p:pic>
        <p:nvPicPr>
          <p:cNvPr id="804" name="Google Shape;804;g2cdbdd49f8e_0_0"/>
          <p:cNvPicPr preferRelativeResize="0"/>
          <p:nvPr/>
        </p:nvPicPr>
        <p:blipFill rotWithShape="1">
          <a:blip r:embed="rId8">
            <a:alphaModFix/>
          </a:blip>
          <a:srcRect l="79" r="79"/>
          <a:stretch/>
        </p:blipFill>
        <p:spPr>
          <a:xfrm>
            <a:off x="6184410" y="2053250"/>
            <a:ext cx="935160" cy="1323673"/>
          </a:xfrm>
          <a:prstGeom prst="rect">
            <a:avLst/>
          </a:prstGeom>
          <a:noFill/>
          <a:ln>
            <a:noFill/>
          </a:ln>
          <a:effectLst>
            <a:outerShdw blurRad="71438" dist="28575" dir="5400000" algn="bl" rotWithShape="0">
              <a:srgbClr val="000000">
                <a:alpha val="14510"/>
              </a:srgbClr>
            </a:outerShdw>
          </a:effectLst>
        </p:spPr>
      </p:pic>
      <p:pic>
        <p:nvPicPr>
          <p:cNvPr id="805" name="Google Shape;805;g2cdbdd49f8e_0_0"/>
          <p:cNvPicPr preferRelativeResize="0"/>
          <p:nvPr/>
        </p:nvPicPr>
        <p:blipFill rotWithShape="1">
          <a:blip r:embed="rId9">
            <a:alphaModFix/>
          </a:blip>
          <a:srcRect l="79" r="79"/>
          <a:stretch/>
        </p:blipFill>
        <p:spPr>
          <a:xfrm>
            <a:off x="7233749" y="2053250"/>
            <a:ext cx="935160" cy="1323673"/>
          </a:xfrm>
          <a:prstGeom prst="rect">
            <a:avLst/>
          </a:prstGeom>
          <a:noFill/>
          <a:ln>
            <a:noFill/>
          </a:ln>
          <a:effectLst>
            <a:outerShdw blurRad="71438" dist="28575" dir="5400000" algn="bl" rotWithShape="0">
              <a:srgbClr val="000000">
                <a:alpha val="1451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3" name="Google Shape;833;g2c298d33e0c_0_6"/>
          <p:cNvGrpSpPr/>
          <p:nvPr/>
        </p:nvGrpSpPr>
        <p:grpSpPr>
          <a:xfrm>
            <a:off x="866900" y="2140884"/>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8" name="Google Shape;868;g2c298da1f27_0_455"/>
          <p:cNvGrpSpPr/>
          <p:nvPr/>
        </p:nvGrpSpPr>
        <p:grpSpPr>
          <a:xfrm>
            <a:off x="868300" y="2129450"/>
            <a:ext cx="7281864" cy="2684601"/>
            <a:chOff x="868300" y="2053250"/>
            <a:chExt cx="7281864" cy="2684601"/>
          </a:xfrm>
        </p:grpSpPr>
        <p:pic>
          <p:nvPicPr>
            <p:cNvPr id="869" name="Google Shape;86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8" name="Google Shape;888;g2c298da1f27_1_0"/>
          <p:cNvGrpSpPr/>
          <p:nvPr/>
        </p:nvGrpSpPr>
        <p:grpSpPr>
          <a:xfrm>
            <a:off x="868300" y="2129450"/>
            <a:ext cx="7281864" cy="2688001"/>
            <a:chOff x="868300" y="2129450"/>
            <a:chExt cx="7281864" cy="2688001"/>
          </a:xfrm>
        </p:grpSpPr>
        <p:pic>
          <p:nvPicPr>
            <p:cNvPr id="889" name="Google Shape;88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5.5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people wild child mind kind behind eye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09" name="Google Shape;909;g2cdbdd193bb_0_343"/>
          <p:cNvPicPr preferRelativeResize="0"/>
          <p:nvPr/>
        </p:nvPicPr>
        <p:blipFill rotWithShape="1">
          <a:blip r:embed="rId3">
            <a:alphaModFix/>
          </a:blip>
          <a:srcRect l="19" r="9"/>
          <a:stretch/>
        </p:blipFill>
        <p:spPr>
          <a:xfrm>
            <a:off x="4568761" y="3534600"/>
            <a:ext cx="1730688" cy="1239300"/>
          </a:xfrm>
          <a:prstGeom prst="rect">
            <a:avLst/>
          </a:prstGeom>
          <a:noFill/>
          <a:ln>
            <a:noFill/>
          </a:ln>
          <a:effectLst>
            <a:outerShdw blurRad="71438" dist="19050" dir="5400000" algn="bl" rotWithShape="0">
              <a:srgbClr val="000000">
                <a:alpha val="18040"/>
              </a:srgbClr>
            </a:outerShdw>
          </a:effectLst>
        </p:spPr>
      </p:pic>
      <p:pic>
        <p:nvPicPr>
          <p:cNvPr id="910" name="Google Shape;910;g2cdbdd193bb_0_343"/>
          <p:cNvPicPr preferRelativeResize="0"/>
          <p:nvPr/>
        </p:nvPicPr>
        <p:blipFill rotWithShape="1">
          <a:blip r:embed="rId4">
            <a:alphaModFix/>
          </a:blip>
          <a:srcRect/>
          <a:stretch/>
        </p:blipFill>
        <p:spPr>
          <a:xfrm>
            <a:off x="868569" y="2129450"/>
            <a:ext cx="1729923" cy="1236255"/>
          </a:xfrm>
          <a:prstGeom prst="rect">
            <a:avLst/>
          </a:prstGeom>
          <a:noFill/>
          <a:ln>
            <a:noFill/>
          </a:ln>
          <a:effectLst>
            <a:outerShdw blurRad="71438" dist="19050" dir="5400000" algn="bl" rotWithShape="0">
              <a:srgbClr val="000000">
                <a:alpha val="18040"/>
              </a:srgbClr>
            </a:outerShdw>
          </a:effectLst>
        </p:spPr>
      </p:pic>
      <p:pic>
        <p:nvPicPr>
          <p:cNvPr id="911" name="Google Shape;911;g2cdbdd193bb_0_343"/>
          <p:cNvPicPr preferRelativeResize="0"/>
          <p:nvPr/>
        </p:nvPicPr>
        <p:blipFill rotWithShape="1">
          <a:blip r:embed="rId5">
            <a:alphaModFix/>
          </a:blip>
          <a:srcRect l="189" r="179"/>
          <a:stretch/>
        </p:blipFill>
        <p:spPr>
          <a:xfrm>
            <a:off x="2718283" y="2129450"/>
            <a:ext cx="1730688" cy="1241397"/>
          </a:xfrm>
          <a:prstGeom prst="rect">
            <a:avLst/>
          </a:prstGeom>
          <a:noFill/>
          <a:ln>
            <a:noFill/>
          </a:ln>
          <a:effectLst>
            <a:outerShdw blurRad="71438" dist="19050" dir="5400000" algn="bl" rotWithShape="0">
              <a:srgbClr val="000000">
                <a:alpha val="18040"/>
              </a:srgbClr>
            </a:outerShdw>
          </a:effectLst>
        </p:spPr>
      </p:pic>
      <p:pic>
        <p:nvPicPr>
          <p:cNvPr id="912" name="Google Shape;912;g2cdbdd193bb_0_343"/>
          <p:cNvPicPr preferRelativeResize="0"/>
          <p:nvPr/>
        </p:nvPicPr>
        <p:blipFill rotWithShape="1">
          <a:blip r:embed="rId6">
            <a:alphaModFix/>
          </a:blip>
          <a:srcRect l="99" r="99"/>
          <a:stretch/>
        </p:blipFill>
        <p:spPr>
          <a:xfrm>
            <a:off x="4568761" y="2129450"/>
            <a:ext cx="1730688" cy="1239299"/>
          </a:xfrm>
          <a:prstGeom prst="rect">
            <a:avLst/>
          </a:prstGeom>
          <a:noFill/>
          <a:ln>
            <a:noFill/>
          </a:ln>
          <a:effectLst>
            <a:outerShdw blurRad="71438" dist="19050" dir="5400000" algn="bl" rotWithShape="0">
              <a:srgbClr val="000000">
                <a:alpha val="18040"/>
              </a:srgbClr>
            </a:outerShdw>
          </a:effectLst>
        </p:spPr>
      </p:pic>
      <p:pic>
        <p:nvPicPr>
          <p:cNvPr id="913" name="Google Shape;913;g2cdbdd193bb_0_343"/>
          <p:cNvPicPr preferRelativeResize="0"/>
          <p:nvPr/>
        </p:nvPicPr>
        <p:blipFill rotWithShape="1">
          <a:blip r:embed="rId7">
            <a:alphaModFix/>
          </a:blip>
          <a:srcRect l="19" r="9"/>
          <a:stretch/>
        </p:blipFill>
        <p:spPr>
          <a:xfrm>
            <a:off x="6419238" y="2129450"/>
            <a:ext cx="1730688" cy="1239300"/>
          </a:xfrm>
          <a:prstGeom prst="rect">
            <a:avLst/>
          </a:prstGeom>
          <a:noFill/>
          <a:ln>
            <a:noFill/>
          </a:ln>
          <a:effectLst>
            <a:outerShdw blurRad="71438" dist="19050" dir="5400000" algn="bl" rotWithShape="0">
              <a:srgbClr val="000000">
                <a:alpha val="18040"/>
              </a:srgbClr>
            </a:outerShdw>
          </a:effectLst>
        </p:spPr>
      </p:pic>
      <p:pic>
        <p:nvPicPr>
          <p:cNvPr id="914" name="Google Shape;914;g2cdbdd193bb_0_343"/>
          <p:cNvPicPr preferRelativeResize="0"/>
          <p:nvPr/>
        </p:nvPicPr>
        <p:blipFill rotWithShape="1">
          <a:blip r:embed="rId8">
            <a:alphaModFix/>
          </a:blip>
          <a:srcRect l="99" r="99"/>
          <a:stretch/>
        </p:blipFill>
        <p:spPr>
          <a:xfrm>
            <a:off x="867776" y="3534600"/>
            <a:ext cx="1730688" cy="1239299"/>
          </a:xfrm>
          <a:prstGeom prst="rect">
            <a:avLst/>
          </a:prstGeom>
          <a:noFill/>
          <a:ln>
            <a:noFill/>
          </a:ln>
          <a:effectLst>
            <a:outerShdw blurRad="71438" dist="19050" dir="5400000" algn="bl" rotWithShape="0">
              <a:srgbClr val="000000">
                <a:alpha val="18040"/>
              </a:srgbClr>
            </a:outerShdw>
          </a:effectLst>
        </p:spPr>
      </p:pic>
      <p:pic>
        <p:nvPicPr>
          <p:cNvPr id="915" name="Google Shape;915;g2cdbdd193bb_0_343"/>
          <p:cNvPicPr preferRelativeResize="0"/>
          <p:nvPr/>
        </p:nvPicPr>
        <p:blipFill rotWithShape="1">
          <a:blip r:embed="rId9">
            <a:alphaModFix/>
          </a:blip>
          <a:srcRect l="19" r="9"/>
          <a:stretch/>
        </p:blipFill>
        <p:spPr>
          <a:xfrm>
            <a:off x="2718254" y="3534600"/>
            <a:ext cx="1730688" cy="123930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2" name="Google Shape;92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3" name="Google Shape;923;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4" name="Google Shape;92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5" name="Google Shape;925;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g</a:t>
            </a:r>
            <a:r>
              <a:rPr lang="en-US" sz="5800" b="0" i="0" u="none" strike="noStrike" cap="none">
                <a:solidFill>
                  <a:srgbClr val="ED1C24"/>
                </a:solidFill>
                <a:latin typeface="Jost"/>
                <a:ea typeface="Jost"/>
                <a:cs typeface="Jost"/>
                <a:sym typeface="Jost"/>
              </a:rPr>
              <a:t>o</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26" name="Google Shape;926;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fr</a:t>
            </a:r>
            <a:r>
              <a:rPr lang="en-US" sz="5800" b="0" i="0" u="none" strike="noStrike" cap="none">
                <a:solidFill>
                  <a:srgbClr val="ED1C24"/>
                </a:solidFill>
                <a:latin typeface="Jost"/>
                <a:ea typeface="Jost"/>
                <a:cs typeface="Jost"/>
                <a:sym typeface="Jost"/>
              </a:rPr>
              <a:t>o</a:t>
            </a:r>
            <a:r>
              <a:rPr lang="en-US" sz="5800" b="0" i="0" u="none" strike="noStrike" cap="none">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927" name="Google Shape;927;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st</a:t>
            </a:r>
            <a:r>
              <a:rPr lang="en-US" sz="5800" b="0" i="0" u="none" strike="noStrike" cap="none">
                <a:solidFill>
                  <a:srgbClr val="ED1C24"/>
                </a:solidFill>
                <a:latin typeface="Jost"/>
                <a:ea typeface="Jost"/>
                <a:cs typeface="Jost"/>
                <a:sym typeface="Jost"/>
              </a:rPr>
              <a:t>o</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28" name="Google Shape;928;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d2895fe33f_0_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5" name="Google Shape;935;g2d2895fe33f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36" name="Google Shape;936;g2d2895fe33f_0_23"/>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7" name="Google Shape;937;g2d2895fe33f_0_2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8" name="Google Shape;938;g2d2895fe33f_0_23"/>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a:t>
            </a:r>
            <a:r>
              <a:rPr lang="en-US" sz="5800" b="0" i="0" u="none" strike="noStrike" cap="none">
                <a:solidFill>
                  <a:srgbClr val="815137"/>
                </a:solidFill>
                <a:latin typeface="Jost"/>
                <a:ea typeface="Jost"/>
                <a:cs typeface="Jost"/>
                <a:sym typeface="Jost"/>
              </a:rPr>
              <a:t>o</a:t>
            </a:r>
            <a:r>
              <a:rPr lang="en-US" sz="5800" b="0" i="0" u="none" strike="noStrike" cap="none">
                <a:solidFill>
                  <a:srgbClr val="2356AF"/>
                </a:solidFill>
                <a:latin typeface="Jost"/>
                <a:ea typeface="Jost"/>
                <a:cs typeface="Jost"/>
                <a:sym typeface="Jost"/>
              </a:rPr>
              <a:t>nut</a:t>
            </a:r>
            <a:endParaRPr sz="5800" b="0" i="0" u="none" strike="noStrike" cap="none">
              <a:solidFill>
                <a:srgbClr val="2356AF"/>
              </a:solidFill>
              <a:latin typeface="Jost"/>
              <a:ea typeface="Jost"/>
              <a:cs typeface="Jost"/>
              <a:sym typeface="Jost"/>
            </a:endParaRPr>
          </a:p>
        </p:txBody>
      </p:sp>
      <p:sp>
        <p:nvSpPr>
          <p:cNvPr id="939" name="Google Shape;939;g2d2895fe33f_0_23"/>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800" b="0" i="0" u="none" strike="noStrike" cap="none">
                <a:solidFill>
                  <a:srgbClr val="815137"/>
                </a:solidFill>
                <a:latin typeface="Jost"/>
                <a:ea typeface="Jost"/>
                <a:cs typeface="Jost"/>
                <a:sym typeface="Jost"/>
              </a:rPr>
              <a:t>o</a:t>
            </a:r>
            <a:r>
              <a:rPr lang="en-US" sz="5800" b="0" i="0" u="none" strike="noStrike" cap="none">
                <a:solidFill>
                  <a:srgbClr val="2356AF"/>
                </a:solidFill>
                <a:latin typeface="Jost"/>
                <a:ea typeface="Jost"/>
                <a:cs typeface="Jost"/>
                <a:sym typeface="Jost"/>
              </a:rPr>
              <a:t>ny</a:t>
            </a:r>
            <a:endParaRPr sz="5800" b="0" i="0" u="none" strike="noStrike" cap="none">
              <a:solidFill>
                <a:srgbClr val="2356AF"/>
              </a:solidFill>
              <a:latin typeface="Jost"/>
              <a:ea typeface="Jost"/>
              <a:cs typeface="Jost"/>
              <a:sym typeface="Jost"/>
            </a:endParaRPr>
          </a:p>
        </p:txBody>
      </p:sp>
      <p:sp>
        <p:nvSpPr>
          <p:cNvPr id="940" name="Google Shape;940;g2d2895fe33f_0_23"/>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nj</a:t>
            </a:r>
            <a:r>
              <a:rPr lang="en-US" sz="5800" b="0" i="0" u="none" strike="noStrike" cap="none">
                <a:solidFill>
                  <a:srgbClr val="815137"/>
                </a:solidFill>
                <a:latin typeface="Jost"/>
                <a:ea typeface="Jost"/>
                <a:cs typeface="Jost"/>
                <a:sym typeface="Jost"/>
              </a:rPr>
              <a:t>o</a:t>
            </a:r>
            <a:endParaRPr sz="5800" b="0" i="0" u="none" strike="noStrike" cap="none">
              <a:solidFill>
                <a:srgbClr val="815137"/>
              </a:solidFill>
              <a:latin typeface="Jost"/>
              <a:ea typeface="Jost"/>
              <a:cs typeface="Jost"/>
              <a:sym typeface="Jost"/>
            </a:endParaRPr>
          </a:p>
        </p:txBody>
      </p:sp>
      <p:sp>
        <p:nvSpPr>
          <p:cNvPr id="941" name="Google Shape;941;g2d2895fe33f_0_2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18</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8" name="Google Shape;94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5" name="Google Shape;95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6" name="Google Shape;956;g2c4fb7f6616_1_0"/>
          <p:cNvSpPr/>
          <p:nvPr/>
        </p:nvSpPr>
        <p:spPr>
          <a:xfrm>
            <a:off x="386504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c4fb7f6616_1_0"/>
          <p:cNvSpPr/>
          <p:nvPr/>
        </p:nvSpPr>
        <p:spPr>
          <a:xfrm>
            <a:off x="497967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c4fb7f6616_1_0"/>
          <p:cNvSpPr/>
          <p:nvPr/>
        </p:nvSpPr>
        <p:spPr>
          <a:xfrm>
            <a:off x="598576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9" name="Google Shape;95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0" name="Google Shape;960;g2c4fb7f6616_1_0"/>
          <p:cNvSpPr txBox="1">
            <a:spLocks noGrp="1"/>
          </p:cNvSpPr>
          <p:nvPr>
            <p:ph type="subTitle" idx="4294967295"/>
          </p:nvPr>
        </p:nvSpPr>
        <p:spPr>
          <a:xfrm>
            <a:off x="541611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1" name="Google Shape;961;g2c4fb7f6616_1_0"/>
          <p:cNvSpPr txBox="1">
            <a:spLocks noGrp="1"/>
          </p:cNvSpPr>
          <p:nvPr>
            <p:ph type="subTitle" idx="4294967295"/>
          </p:nvPr>
        </p:nvSpPr>
        <p:spPr>
          <a:xfrm>
            <a:off x="329534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2" name="Google Shape;962;g2c4fb7f6616_1_0"/>
          <p:cNvSpPr txBox="1">
            <a:spLocks noGrp="1"/>
          </p:cNvSpPr>
          <p:nvPr>
            <p:ph type="subTitle" idx="4294967295"/>
          </p:nvPr>
        </p:nvSpPr>
        <p:spPr>
          <a:xfrm>
            <a:off x="441000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63" name="Google Shape;96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1" name="Google Shape;971;g2c4fb7f6616_1_0"/>
          <p:cNvGrpSpPr/>
          <p:nvPr/>
        </p:nvGrpSpPr>
        <p:grpSpPr>
          <a:xfrm>
            <a:off x="-550" y="6984600"/>
            <a:ext cx="8596479" cy="808600"/>
            <a:chOff x="-550" y="6984600"/>
            <a:chExt cx="8596479" cy="808600"/>
          </a:xfrm>
        </p:grpSpPr>
        <p:sp>
          <p:nvSpPr>
            <p:cNvPr id="972" name="Google Shape;97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0" name="Google Shape;98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1" name="Google Shape;981;g2c4fb7f6616_1_0"/>
          <p:cNvSpPr/>
          <p:nvPr/>
        </p:nvSpPr>
        <p:spPr>
          <a:xfrm>
            <a:off x="2768158"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4fb7f6616_1_0"/>
          <p:cNvSpPr txBox="1">
            <a:spLocks noGrp="1"/>
          </p:cNvSpPr>
          <p:nvPr>
            <p:ph type="subTitle" idx="4294967295"/>
          </p:nvPr>
        </p:nvSpPr>
        <p:spPr>
          <a:xfrm>
            <a:off x="219848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a:t>
            </a:r>
            <a:endParaRPr sz="15000" b="0" i="0" u="none" strike="noStrike" cap="none">
              <a:solidFill>
                <a:srgbClr val="815137"/>
              </a:solidFill>
              <a:latin typeface="Jost"/>
              <a:ea typeface="Jost"/>
              <a:cs typeface="Jost"/>
              <a:sym typeface="Jost"/>
            </a:endParaRPr>
          </a:p>
        </p:txBody>
      </p:sp>
      <p:sp>
        <p:nvSpPr>
          <p:cNvPr id="983" name="Google Shape;983;g2c4fb7f6616_1_0"/>
          <p:cNvSpPr/>
          <p:nvPr/>
        </p:nvSpPr>
        <p:spPr>
          <a:xfrm>
            <a:off x="34492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d2895fe33f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0" name="Google Shape;990;g2d2895fe33f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1" name="Google Shape;991;g2d2895fe33f_0_45"/>
          <p:cNvSpPr/>
          <p:nvPr/>
        </p:nvSpPr>
        <p:spPr>
          <a:xfrm>
            <a:off x="254540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d2895fe33f_0_45"/>
          <p:cNvSpPr/>
          <p:nvPr/>
        </p:nvSpPr>
        <p:spPr>
          <a:xfrm>
            <a:off x="3355244"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d2895fe33f_0_45"/>
          <p:cNvSpPr/>
          <p:nvPr/>
        </p:nvSpPr>
        <p:spPr>
          <a:xfrm>
            <a:off x="52050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4" name="Google Shape;994;g2d2895fe33f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5" name="Google Shape;995;g2d2895fe33f_0_45"/>
          <p:cNvSpPr txBox="1">
            <a:spLocks noGrp="1"/>
          </p:cNvSpPr>
          <p:nvPr>
            <p:ph type="subTitle" idx="4294967295"/>
          </p:nvPr>
        </p:nvSpPr>
        <p:spPr>
          <a:xfrm>
            <a:off x="46353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96" name="Google Shape;996;g2d2895fe33f_0_45"/>
          <p:cNvSpPr txBox="1">
            <a:spLocks noGrp="1"/>
          </p:cNvSpPr>
          <p:nvPr>
            <p:ph type="subTitle" idx="4294967295"/>
          </p:nvPr>
        </p:nvSpPr>
        <p:spPr>
          <a:xfrm>
            <a:off x="197570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97" name="Google Shape;997;g2d2895fe33f_0_45"/>
          <p:cNvSpPr txBox="1">
            <a:spLocks noGrp="1"/>
          </p:cNvSpPr>
          <p:nvPr>
            <p:ph type="subTitle" idx="4294967295"/>
          </p:nvPr>
        </p:nvSpPr>
        <p:spPr>
          <a:xfrm>
            <a:off x="27855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a:t>
            </a:r>
            <a:endParaRPr sz="15000" b="0" i="0" u="none" strike="noStrike" cap="none">
              <a:solidFill>
                <a:srgbClr val="815137"/>
              </a:solidFill>
              <a:latin typeface="Jost"/>
              <a:ea typeface="Jost"/>
              <a:cs typeface="Jost"/>
              <a:sym typeface="Jost"/>
            </a:endParaRPr>
          </a:p>
        </p:txBody>
      </p:sp>
      <p:sp>
        <p:nvSpPr>
          <p:cNvPr id="998" name="Google Shape;998;g2d2895fe33f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d2895fe33f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d2895fe33f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d2895fe33f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d2895fe33f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d2895fe33f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2895fe33f_0_4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2895fe33f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6" name="Google Shape;1006;g2d2895fe33f_0_45"/>
          <p:cNvGrpSpPr/>
          <p:nvPr/>
        </p:nvGrpSpPr>
        <p:grpSpPr>
          <a:xfrm>
            <a:off x="-550" y="6984600"/>
            <a:ext cx="8596479" cy="808600"/>
            <a:chOff x="-550" y="6984600"/>
            <a:chExt cx="8596479" cy="808600"/>
          </a:xfrm>
        </p:grpSpPr>
        <p:sp>
          <p:nvSpPr>
            <p:cNvPr id="1007" name="Google Shape;1007;g2d2895fe33f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8" name="Google Shape;1008;g2d2895fe33f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9" name="Google Shape;1009;g2d2895fe33f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0" name="Google Shape;1010;g2d2895fe33f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1" name="Google Shape;1011;g2d2895fe33f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2" name="Google Shape;1012;g2d2895fe33f_0_4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3" name="Google Shape;1013;g2d2895fe33f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4" name="Google Shape;1014;g2d2895fe33f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5" name="Google Shape;1015;g2d2895fe33f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6" name="Google Shape;1016;g2d2895fe33f_0_45"/>
          <p:cNvSpPr/>
          <p:nvPr/>
        </p:nvSpPr>
        <p:spPr>
          <a:xfrm>
            <a:off x="6208566"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d2895fe33f_0_45"/>
          <p:cNvSpPr txBox="1">
            <a:spLocks noGrp="1"/>
          </p:cNvSpPr>
          <p:nvPr>
            <p:ph type="subTitle" idx="4294967295"/>
          </p:nvPr>
        </p:nvSpPr>
        <p:spPr>
          <a:xfrm>
            <a:off x="563889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a:t>
            </a:r>
            <a:endParaRPr sz="15000" b="0" i="0" u="none" strike="noStrike" cap="none">
              <a:solidFill>
                <a:srgbClr val="815137"/>
              </a:solidFill>
              <a:latin typeface="Jost"/>
              <a:ea typeface="Jost"/>
              <a:cs typeface="Jost"/>
              <a:sym typeface="Jost"/>
            </a:endParaRPr>
          </a:p>
        </p:txBody>
      </p:sp>
      <p:sp>
        <p:nvSpPr>
          <p:cNvPr id="1018" name="Google Shape;1018;g2d2895fe33f_0_45"/>
          <p:cNvSpPr/>
          <p:nvPr/>
        </p:nvSpPr>
        <p:spPr>
          <a:xfrm>
            <a:off x="414715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19" name="Google Shape;1019;g2d2895fe33f_0_45"/>
          <p:cNvSpPr txBox="1"/>
          <p:nvPr/>
        </p:nvSpPr>
        <p:spPr>
          <a:xfrm>
            <a:off x="3454451"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020" name="Google Shape;1020;g2d2895fe33f_0_45"/>
          <p:cNvSpPr/>
          <p:nvPr/>
        </p:nvSpPr>
        <p:spPr>
          <a:xfrm>
            <a:off x="38838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d2895fe33f_0_45"/>
          <p:cNvSpPr/>
          <p:nvPr/>
        </p:nvSpPr>
        <p:spPr>
          <a:xfrm>
            <a:off x="583938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8" name="Google Shape;102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5" name="Google Shape;103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6" name="Google Shape;103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7" name="Google Shape;103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4" name="Google Shape;104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5" name="Google Shape;104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6" name="Google Shape;104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3" name="Google Shape;105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4" name="Google Shape;105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5" name="Google Shape;105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2" name="Google Shape;106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3" name="Google Shape;106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4" name="Google Shape;106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6b641b03cd_0_301"/>
          <p:cNvSpPr txBox="1">
            <a:spLocks noGrp="1"/>
          </p:cNvSpPr>
          <p:nvPr>
            <p:ph type="title"/>
          </p:nvPr>
        </p:nvSpPr>
        <p:spPr>
          <a:xfrm>
            <a:off x="744425" y="5568500"/>
            <a:ext cx="7655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1" name="Google Shape;107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2" name="Google Shape;107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3" name="Google Shape;1073;g26b641b03cd_0_301"/>
          <p:cNvPicPr preferRelativeResize="0"/>
          <p:nvPr/>
        </p:nvPicPr>
        <p:blipFill rotWithShape="1">
          <a:blip r:embed="rId3">
            <a:alphaModFix/>
          </a:blip>
          <a:srcRect/>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pic>
        <p:nvPicPr>
          <p:cNvPr id="1074" name="Google Shape;1074;g26b641b03cd_0_301"/>
          <p:cNvPicPr preferRelativeResize="0"/>
          <p:nvPr/>
        </p:nvPicPr>
        <p:blipFill rotWithShape="1">
          <a:blip r:embed="rId4">
            <a:alphaModFix/>
          </a:blip>
          <a:srcRect/>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pic>
        <p:nvPicPr>
          <p:cNvPr id="1075" name="Google Shape;1075;g26b641b03cd_0_301"/>
          <p:cNvPicPr preferRelativeResize="0"/>
          <p:nvPr/>
        </p:nvPicPr>
        <p:blipFill rotWithShape="1">
          <a:blip r:embed="rId5">
            <a:alphaModFix/>
          </a:blip>
          <a:srcRect t="89" b="79"/>
          <a:stretch/>
        </p:blipFill>
        <p:spPr>
          <a:xfrm>
            <a:off x="3010097" y="3236597"/>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2" name="Google Shape;108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3" name="Google Shape;1083;g26b641b03cd_0_308"/>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4" name="Google Shape;1084;g26b641b03cd_0_308"/>
          <p:cNvPicPr preferRelativeResize="0"/>
          <p:nvPr/>
        </p:nvPicPr>
        <p:blipFill rotWithShape="1">
          <a:blip r:embed="rId3">
            <a:alphaModFix/>
          </a:blip>
          <a:srcRect l="59" r="59"/>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pic>
        <p:nvPicPr>
          <p:cNvPr id="1085" name="Google Shape;1085;g26b641b03cd_0_308"/>
          <p:cNvPicPr preferRelativeResize="0"/>
          <p:nvPr/>
        </p:nvPicPr>
        <p:blipFill rotWithShape="1">
          <a:blip r:embed="rId4">
            <a:alphaModFix/>
          </a:blip>
          <a:srcRect l="59" r="59"/>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pic>
        <p:nvPicPr>
          <p:cNvPr id="1086" name="Google Shape;1086;g26b641b03cd_0_308"/>
          <p:cNvPicPr preferRelativeResize="0"/>
          <p:nvPr/>
        </p:nvPicPr>
        <p:blipFill rotWithShape="1">
          <a:blip r:embed="rId5">
            <a:alphaModFix/>
          </a:blip>
          <a:srcRect t="19" b="29"/>
          <a:stretch/>
        </p:blipFill>
        <p:spPr>
          <a:xfrm>
            <a:off x="3010097" y="3236597"/>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d2895fe33f_0_83"/>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093" name="Google Shape;1093;g2d2895fe33f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4" name="Google Shape;1094;g2d2895fe33f_0_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95" name="Google Shape;1095;g2d2895fe33f_0_83"/>
          <p:cNvPicPr preferRelativeResize="0"/>
          <p:nvPr/>
        </p:nvPicPr>
        <p:blipFill rotWithShape="1">
          <a:blip r:embed="rId3">
            <a:alphaModFix/>
          </a:blip>
          <a:srcRect t="89" b="79"/>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pic>
        <p:nvPicPr>
          <p:cNvPr id="1096" name="Google Shape;1096;g2d2895fe33f_0_83"/>
          <p:cNvPicPr preferRelativeResize="0"/>
          <p:nvPr/>
        </p:nvPicPr>
        <p:blipFill rotWithShape="1">
          <a:blip r:embed="rId4">
            <a:alphaModFix/>
          </a:blip>
          <a:srcRect l="59" r="59"/>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pic>
        <p:nvPicPr>
          <p:cNvPr id="1097" name="Google Shape;1097;g2d2895fe33f_0_83"/>
          <p:cNvPicPr preferRelativeResize="0"/>
          <p:nvPr/>
        </p:nvPicPr>
        <p:blipFill rotWithShape="1">
          <a:blip r:embed="rId5">
            <a:alphaModFix/>
          </a:blip>
          <a:srcRect l="59" r="59"/>
          <a:stretch/>
        </p:blipFill>
        <p:spPr>
          <a:xfrm>
            <a:off x="1323038" y="3236597"/>
            <a:ext cx="3123806" cy="2232349"/>
          </a:xfrm>
          <a:prstGeom prst="rect">
            <a:avLst/>
          </a:prstGeom>
          <a:noFill/>
          <a:ln>
            <a:noFill/>
          </a:ln>
          <a:effectLst>
            <a:outerShdw blurRad="71438" dist="19050" dir="5400000" algn="bl" rotWithShape="0">
              <a:srgbClr val="000000">
                <a:alpha val="18039"/>
              </a:srgbClr>
            </a:outerShdw>
          </a:effectLst>
        </p:spPr>
      </p:pic>
      <p:pic>
        <p:nvPicPr>
          <p:cNvPr id="1098" name="Google Shape;1098;g2d2895fe33f_0_83"/>
          <p:cNvPicPr preferRelativeResize="0"/>
          <p:nvPr/>
        </p:nvPicPr>
        <p:blipFill rotWithShape="1">
          <a:blip r:embed="rId6">
            <a:alphaModFix/>
          </a:blip>
          <a:srcRect l="59" r="59"/>
          <a:stretch/>
        </p:blipFill>
        <p:spPr>
          <a:xfrm>
            <a:off x="4697156" y="3236597"/>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d2895fe33f_0_1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5" name="Google Shape;1105;g2d2895fe33f_0_11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06" name="Google Shape;1106;g2d2895fe33f_0_111"/>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107" name="Google Shape;1107;g2d2895fe33f_0_111"/>
          <p:cNvPicPr preferRelativeResize="0"/>
          <p:nvPr/>
        </p:nvPicPr>
        <p:blipFill rotWithShape="1">
          <a:blip r:embed="rId3">
            <a:alphaModFix/>
          </a:blip>
          <a:srcRect l="59" r="59"/>
          <a:stretch/>
        </p:blipFill>
        <p:spPr>
          <a:xfrm>
            <a:off x="4697156" y="835112"/>
            <a:ext cx="3123806" cy="2232349"/>
          </a:xfrm>
          <a:prstGeom prst="rect">
            <a:avLst/>
          </a:prstGeom>
          <a:noFill/>
          <a:ln>
            <a:noFill/>
          </a:ln>
          <a:effectLst>
            <a:outerShdw blurRad="71438" dist="19050" dir="5400000" algn="bl" rotWithShape="0">
              <a:srgbClr val="000000">
                <a:alpha val="18039"/>
              </a:srgbClr>
            </a:outerShdw>
          </a:effectLst>
        </p:spPr>
      </p:pic>
      <p:pic>
        <p:nvPicPr>
          <p:cNvPr id="1108" name="Google Shape;1108;g2d2895fe33f_0_111"/>
          <p:cNvPicPr preferRelativeResize="0"/>
          <p:nvPr/>
        </p:nvPicPr>
        <p:blipFill rotWithShape="1">
          <a:blip r:embed="rId4">
            <a:alphaModFix/>
          </a:blip>
          <a:srcRect l="59" r="59"/>
          <a:stretch/>
        </p:blipFill>
        <p:spPr>
          <a:xfrm>
            <a:off x="1323038" y="3236597"/>
            <a:ext cx="3123806" cy="2232349"/>
          </a:xfrm>
          <a:prstGeom prst="rect">
            <a:avLst/>
          </a:prstGeom>
          <a:noFill/>
          <a:ln>
            <a:noFill/>
          </a:ln>
          <a:effectLst>
            <a:outerShdw blurRad="71438" dist="19050" dir="5400000" algn="bl" rotWithShape="0">
              <a:srgbClr val="000000">
                <a:alpha val="18039"/>
              </a:srgbClr>
            </a:outerShdw>
          </a:effectLst>
        </p:spPr>
      </p:pic>
      <p:pic>
        <p:nvPicPr>
          <p:cNvPr id="1109" name="Google Shape;1109;g2d2895fe33f_0_111"/>
          <p:cNvPicPr preferRelativeResize="0"/>
          <p:nvPr/>
        </p:nvPicPr>
        <p:blipFill rotWithShape="1">
          <a:blip r:embed="rId5">
            <a:alphaModFix/>
          </a:blip>
          <a:srcRect l="59" r="59"/>
          <a:stretch/>
        </p:blipFill>
        <p:spPr>
          <a:xfrm>
            <a:off x="4697156" y="3236597"/>
            <a:ext cx="3123806" cy="2232349"/>
          </a:xfrm>
          <a:prstGeom prst="rect">
            <a:avLst/>
          </a:prstGeom>
          <a:noFill/>
          <a:ln>
            <a:noFill/>
          </a:ln>
          <a:effectLst>
            <a:outerShdw blurRad="71438" dist="19050" dir="5400000" algn="bl" rotWithShape="0">
              <a:srgbClr val="000000">
                <a:alpha val="18039"/>
              </a:srgbClr>
            </a:outerShdw>
          </a:effectLst>
        </p:spPr>
      </p:pic>
      <p:pic>
        <p:nvPicPr>
          <p:cNvPr id="1110" name="Google Shape;1110;g2d2895fe33f_0_111"/>
          <p:cNvPicPr preferRelativeResize="0"/>
          <p:nvPr/>
        </p:nvPicPr>
        <p:blipFill rotWithShape="1">
          <a:blip r:embed="rId6">
            <a:alphaModFix/>
          </a:blip>
          <a:srcRect t="89" b="79"/>
          <a:stretch/>
        </p:blipFill>
        <p:spPr>
          <a:xfrm>
            <a:off x="1323038" y="835112"/>
            <a:ext cx="3123806" cy="22323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7" name="Google Shape;111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8" name="Google Shape;1118;g2d1eea302f1_0_6"/>
          <p:cNvGrpSpPr/>
          <p:nvPr/>
        </p:nvGrpSpPr>
        <p:grpSpPr>
          <a:xfrm>
            <a:off x="3024000" y="209875"/>
            <a:ext cx="3096000" cy="454800"/>
            <a:chOff x="3024000" y="209875"/>
            <a:chExt cx="3096000" cy="454800"/>
          </a:xfrm>
        </p:grpSpPr>
        <p:sp>
          <p:nvSpPr>
            <p:cNvPr id="1119" name="Google Shape;111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1" name="Google Shape;112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2" name="Google Shape;112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3" name="Google Shape;112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4" name="Google Shape;112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5" name="Google Shape;112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6" name="Google Shape;112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7" name="Google Shape;112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8" name="Google Shape;112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9" name="Google Shape;112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30" name="Google Shape;1130;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1" name="Google Shape;1131;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32" name="Google Shape;1132;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1133" name="Google Shape;1133;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4" name="Google Shape;1134;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5" name="Google Shape;1135;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6" name="Google Shape;1136;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7" name="Google Shape;1137;g2d1eea302f1_0_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138" name="Google Shape;1138;g2d1eea302f1_0_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39" name="Google Shape;1139;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0" name="Google Shape;1140;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1" name="Google Shape;1141;g2d1eea302f1_0_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42" name="Google Shape;1142;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43" name="Google Shape;1143;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4" name="Google Shape;1144;g2d1eea302f1_0_6"/>
          <p:cNvSpPr txBox="1"/>
          <p:nvPr/>
        </p:nvSpPr>
        <p:spPr>
          <a:xfrm>
            <a:off x="1181100" y="27729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45" name="Google Shape;1145;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g2d2895fe33f_0_1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2" name="Google Shape;1152;g2d2895fe33f_0_1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3" name="Google Shape;1153;g2d2895fe33f_0_175"/>
          <p:cNvGrpSpPr/>
          <p:nvPr/>
        </p:nvGrpSpPr>
        <p:grpSpPr>
          <a:xfrm>
            <a:off x="3024000" y="209875"/>
            <a:ext cx="3096000" cy="454800"/>
            <a:chOff x="3024000" y="209875"/>
            <a:chExt cx="3096000" cy="454800"/>
          </a:xfrm>
        </p:grpSpPr>
        <p:sp>
          <p:nvSpPr>
            <p:cNvPr id="1154" name="Google Shape;1154;g2d2895fe33f_0_17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5" name="Google Shape;1155;g2d2895fe33f_0_17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6" name="Google Shape;1156;g2d2895fe33f_0_17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7" name="Google Shape;1157;g2d2895fe33f_0_175"/>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8" name="Google Shape;1158;g2d2895fe33f_0_175"/>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d2895fe33f_0_175"/>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0" name="Google Shape;1160;g2d2895fe33f_0_175"/>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1" name="Google Shape;1161;g2d2895fe33f_0_175"/>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2" name="Google Shape;1162;g2d2895fe33f_0_175"/>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63" name="Google Shape;1163;g2d2895fe33f_0_175"/>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64" name="Google Shape;1164;g2d2895fe33f_0_175"/>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5" name="Google Shape;1165;g2d2895fe33f_0_175"/>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cxnSp>
        <p:nvCxnSpPr>
          <p:cNvPr id="1166" name="Google Shape;1166;g2d2895fe33f_0_175"/>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7" name="Google Shape;1167;g2d2895fe33f_0_175"/>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68" name="Google Shape;1168;g2d2895fe33f_0_175"/>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9" name="Google Shape;1169;g2d2895fe33f_0_175"/>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FFD403"/>
              </a:solidFill>
              <a:latin typeface="Jost"/>
              <a:ea typeface="Jost"/>
              <a:cs typeface="Jost"/>
              <a:sym typeface="Jost"/>
            </a:endParaRPr>
          </a:p>
        </p:txBody>
      </p:sp>
      <p:sp>
        <p:nvSpPr>
          <p:cNvPr id="1170" name="Google Shape;1170;g2d2895fe33f_0_175"/>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1" name="Google Shape;1171;g2d2895fe33f_0_175"/>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72" name="Google Shape;1172;g2d2895fe33f_0_175"/>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3" name="Google Shape;1173;g2d2895fe33f_0_175"/>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4" name="Google Shape;1174;g2d2895fe33f_0_175"/>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175" name="Google Shape;1175;g2d2895fe33f_0_175"/>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76" name="Google Shape;1176;g2d2895fe33f_0_175"/>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7" name="Google Shape;1177;g2d2895fe33f_0_175"/>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8" name="Google Shape;1178;g2d2895fe33f_0_175"/>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79" name="Google Shape;1179;g2d2895fe33f_0_175"/>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pony donut focus bonus pi</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no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njo com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 tot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 rosy</a:t>
            </a:r>
            <a:endParaRPr sz="1800" b="0" i="0" u="none" strike="noStrike" cap="none">
              <a:solidFill>
                <a:srgbClr val="B7B7B7"/>
              </a:solidFill>
              <a:latin typeface="Jost"/>
              <a:ea typeface="Jost"/>
              <a:cs typeface="Jost"/>
              <a:sym typeface="Jost"/>
            </a:endParaRPr>
          </a:p>
        </p:txBody>
      </p:sp>
      <p:sp>
        <p:nvSpPr>
          <p:cNvPr id="1180" name="Google Shape;1180;g2d2895fe33f_0_1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81" name="Google Shape;1181;g2d2895fe33f_0_175"/>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82" name="Google Shape;1182;g2d2895fe33f_0_175"/>
          <p:cNvSpPr txBox="1"/>
          <p:nvPr/>
        </p:nvSpPr>
        <p:spPr>
          <a:xfrm>
            <a:off x="1181100" y="27729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506</Words>
  <Application>Microsoft Office PowerPoint</Application>
  <PresentationFormat>On-screen Show (4:3)</PresentationFormat>
  <Paragraphs>188</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Poppins SemiBold</vt:lpstr>
      <vt:lpstr>Poppins</vt:lpstr>
      <vt:lpstr>Poppins Medium</vt:lpstr>
      <vt:lpstr>Nunito Black</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PowerPoint Presentation</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Teach Common Exception Words</vt:lpstr>
      <vt:lpstr>Teach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2026-05-25T04:34:42Z</dcterms:modified>
</cp:coreProperties>
</file>