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tcvcKMDvELrli5sfHGplOh4B2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3CBDF4-48A7-4A15-8E67-F253AF0834B1}">
  <a:tblStyle styleId="{153CBDF4-48A7-4A15-8E67-F253AF0834B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ee8c9c01b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ee8c9c01b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ee8c9c01b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73c52484ca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73c52484ca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73c52484ca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ee8c9c01bd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ee8c9c01bd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ee8c9c01bd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74c65c03af_0_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74c65c03af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74c65c03af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7" name="Google Shape;108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g273c52484ca_0_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8" name="Google Shape;1138;g273c52484ca_0_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9" name="Google Shape;1139;g273c52484ca_0_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631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19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14175"/>
            <a:ext cx="4612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chemeClr val="dk1"/>
                </a:solidFill>
                <a:latin typeface="Poppins SemiBold"/>
                <a:ea typeface="Poppins SemiBold"/>
                <a:cs typeface="Poppins SemiBold"/>
                <a:sym typeface="Poppins SemiBold"/>
              </a:rPr>
              <a:t>Superlative Adjective </a:t>
            </a:r>
            <a:r>
              <a:rPr lang="en-US" sz="1600" b="0" i="0" u="none" strike="noStrike" cap="none">
                <a:solidFill>
                  <a:schemeClr val="dk1"/>
                </a:solidFill>
                <a:latin typeface="Poppins"/>
                <a:ea typeface="Poppins"/>
                <a:cs typeface="Poppins"/>
                <a:sym typeface="Poppins"/>
              </a:rPr>
              <a:t>-</a:t>
            </a:r>
            <a:r>
              <a:rPr lang="en-US" sz="1600" b="0" i="0" u="none" strike="noStrike" cap="none">
                <a:solidFill>
                  <a:srgbClr val="000000"/>
                </a:solidFill>
                <a:latin typeface="Poppins"/>
                <a:ea typeface="Poppins"/>
                <a:cs typeface="Poppins"/>
                <a:sym typeface="Poppins"/>
              </a:rPr>
              <a:t> an adjective used to say that something is the most of a certain quality / adjective than something else.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929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-est suffix (superlative adjectives)</a:t>
            </a:r>
            <a:endParaRPr sz="17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6494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E82625"/>
                </a:solidFill>
                <a:latin typeface="Poppins Medium"/>
                <a:ea typeface="Poppins Medium"/>
                <a:cs typeface="Poppins Medium"/>
                <a:sym typeface="Poppins Medium"/>
              </a:rPr>
              <a:t>Week 5 - Monday</a:t>
            </a:r>
            <a:endParaRPr sz="17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E82625"/>
                </a:solidFill>
                <a:latin typeface="Poppins Medium"/>
                <a:ea typeface="Poppins Medium"/>
                <a:cs typeface="Poppins Medium"/>
                <a:sym typeface="Poppins Medium"/>
              </a:rPr>
              <a:t>Lesson 21</a:t>
            </a:r>
            <a:endParaRPr sz="17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Phase 6 - Suffixes</a:t>
            </a:r>
            <a:endParaRPr sz="17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-est suffix </a:t>
            </a:r>
            <a:br>
              <a:rPr lang="en-US"/>
            </a:br>
            <a:r>
              <a:rPr lang="en-US" sz="2300"/>
              <a:t>(superlative adjectives)</a:t>
            </a:r>
            <a:endParaRPr sz="23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{153CBDF4-48A7-4A15-8E67-F253AF0834B1}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-est</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21</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-est.</a:t>
            </a:r>
            <a:endParaRPr>
              <a:solidFill>
                <a:srgbClr val="2356AF"/>
              </a:solidFill>
            </a:endParaRPr>
          </a:p>
        </p:txBody>
      </p:sp>
      <p:sp>
        <p:nvSpPr>
          <p:cNvPr id="661" name="Google Shape;661;g2bee4f4af4b_0_204"/>
          <p:cNvSpPr txBox="1">
            <a:spLocks noGrp="1"/>
          </p:cNvSpPr>
          <p:nvPr>
            <p:ph type="body" idx="2"/>
          </p:nvPr>
        </p:nvSpPr>
        <p:spPr>
          <a:xfrm>
            <a:off x="3649025" y="2393250"/>
            <a:ext cx="46455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8548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243550" y="1398975"/>
            <a:ext cx="66570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500" b="0" i="0" u="none" strike="noStrike" cap="none">
                <a:solidFill>
                  <a:schemeClr val="dk1"/>
                </a:solidFill>
                <a:latin typeface="Poppins"/>
                <a:ea typeface="Poppins"/>
                <a:cs typeface="Poppins"/>
                <a:sym typeface="Poppins"/>
              </a:rPr>
              <a:t>When suffix </a:t>
            </a:r>
            <a:r>
              <a:rPr lang="en-US" sz="2500" b="0" i="0" u="none" strike="noStrike" cap="none">
                <a:solidFill>
                  <a:srgbClr val="2356AF"/>
                </a:solidFill>
                <a:latin typeface="Poppins"/>
                <a:ea typeface="Poppins"/>
                <a:cs typeface="Poppins"/>
                <a:sym typeface="Poppins"/>
              </a:rPr>
              <a:t>-est</a:t>
            </a:r>
            <a:r>
              <a:rPr lang="en-US" sz="2500" b="0" i="0" u="none" strike="noStrike" cap="none">
                <a:solidFill>
                  <a:schemeClr val="dk1"/>
                </a:solidFill>
                <a:latin typeface="Poppins"/>
                <a:ea typeface="Poppins"/>
                <a:cs typeface="Poppins"/>
                <a:sym typeface="Poppins"/>
              </a:rPr>
              <a:t> is added to the end of an adjective, the adjective changes to a superlative adjective. </a:t>
            </a:r>
            <a:endParaRPr sz="25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5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500" b="0" i="0" u="none" strike="noStrike" cap="none">
                <a:solidFill>
                  <a:schemeClr val="dk1"/>
                </a:solidFill>
                <a:latin typeface="Poppins"/>
                <a:ea typeface="Poppins"/>
                <a:cs typeface="Poppins"/>
                <a:sym typeface="Poppins"/>
              </a:rPr>
              <a:t>A superlative adjective is an adjective used to say that something is the most of a certain quality / adjective than something else.</a:t>
            </a:r>
            <a:endParaRPr sz="25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suffix</a:t>
            </a:r>
            <a:r>
              <a:rPr lang="en-US" sz="2200" b="0" i="0" u="none" strike="noStrike" cap="none">
                <a:solidFill>
                  <a:srgbClr val="2356AF"/>
                </a:solidFill>
                <a:latin typeface="Poppins"/>
                <a:ea typeface="Poppins"/>
                <a:cs typeface="Poppins"/>
                <a:sym typeface="Poppins"/>
              </a:rPr>
              <a:t> -est</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slow</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slow</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5" name="Google Shape;87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3" name="Google Shape;883;g2c4fb7f6616_1_0"/>
          <p:cNvSpPr/>
          <p:nvPr/>
        </p:nvSpPr>
        <p:spPr>
          <a:xfrm>
            <a:off x="334174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4" name="Google Shape;88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5" name="Google Shape;885;g2c4fb7f6616_1_0"/>
          <p:cNvSpPr txBox="1">
            <a:spLocks noGrp="1"/>
          </p:cNvSpPr>
          <p:nvPr>
            <p:ph type="subTitle" idx="4294967295"/>
          </p:nvPr>
        </p:nvSpPr>
        <p:spPr>
          <a:xfrm>
            <a:off x="2967062" y="1308025"/>
            <a:ext cx="1156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886" name="Google Shape;886;g2c4fb7f6616_1_0"/>
          <p:cNvSpPr txBox="1">
            <a:spLocks noGrp="1"/>
          </p:cNvSpPr>
          <p:nvPr>
            <p:ph type="subTitle" idx="4294967295"/>
          </p:nvPr>
        </p:nvSpPr>
        <p:spPr>
          <a:xfrm>
            <a:off x="3843838" y="1308025"/>
            <a:ext cx="2333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00904C"/>
                </a:solidFill>
                <a:latin typeface="Jost"/>
                <a:ea typeface="Jost"/>
                <a:cs typeface="Jost"/>
                <a:sym typeface="Jost"/>
              </a:rPr>
              <a:t>igh</a:t>
            </a:r>
            <a:endParaRPr sz="12000" b="0" i="0" u="none" strike="noStrike" cap="none">
              <a:solidFill>
                <a:srgbClr val="00904C"/>
              </a:solidFill>
              <a:latin typeface="Jost"/>
              <a:ea typeface="Jost"/>
              <a:cs typeface="Jost"/>
              <a:sym typeface="Jost"/>
            </a:endParaRPr>
          </a:p>
        </p:txBody>
      </p:sp>
      <p:sp>
        <p:nvSpPr>
          <p:cNvPr id="887" name="Google Shape;88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5" name="Google Shape;895;g2c4fb7f6616_1_0"/>
          <p:cNvGrpSpPr/>
          <p:nvPr/>
        </p:nvGrpSpPr>
        <p:grpSpPr>
          <a:xfrm>
            <a:off x="-550" y="6984600"/>
            <a:ext cx="8596479" cy="808600"/>
            <a:chOff x="-550" y="6984600"/>
            <a:chExt cx="8596479" cy="808600"/>
          </a:xfrm>
        </p:grpSpPr>
        <p:sp>
          <p:nvSpPr>
            <p:cNvPr id="896" name="Google Shape;89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7" name="Google Shape;89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8" name="Google Shape;89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9" name="Google Shape;89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0" name="Google Shape;90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1" name="Google Shape;90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2" name="Google Shape;90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3" name="Google Shape;90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4" name="Google Shape;90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5" name="Google Shape;905;g2c4fb7f6616_1_0"/>
          <p:cNvSpPr/>
          <p:nvPr/>
        </p:nvSpPr>
        <p:spPr>
          <a:xfrm>
            <a:off x="4091801" y="4011900"/>
            <a:ext cx="1869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ee8c9c01bd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2" name="Google Shape;912;g2ee8c9c01bd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3" name="Google Shape;913;g2ee8c9c01bd_0_0"/>
          <p:cNvSpPr/>
          <p:nvPr/>
        </p:nvSpPr>
        <p:spPr>
          <a:xfrm>
            <a:off x="235818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4" name="Google Shape;914;g2ee8c9c01bd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5" name="Google Shape;915;g2ee8c9c01bd_0_0"/>
          <p:cNvSpPr txBox="1">
            <a:spLocks noGrp="1"/>
          </p:cNvSpPr>
          <p:nvPr>
            <p:ph type="subTitle" idx="4294967295"/>
          </p:nvPr>
        </p:nvSpPr>
        <p:spPr>
          <a:xfrm>
            <a:off x="1983497" y="1308025"/>
            <a:ext cx="1156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16" name="Google Shape;916;g2ee8c9c01bd_0_0"/>
          <p:cNvSpPr txBox="1">
            <a:spLocks noGrp="1"/>
          </p:cNvSpPr>
          <p:nvPr>
            <p:ph type="subTitle" idx="4294967295"/>
          </p:nvPr>
        </p:nvSpPr>
        <p:spPr>
          <a:xfrm>
            <a:off x="2860273" y="1308025"/>
            <a:ext cx="2333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00904C"/>
                </a:solidFill>
                <a:latin typeface="Jost"/>
                <a:ea typeface="Jost"/>
                <a:cs typeface="Jost"/>
                <a:sym typeface="Jost"/>
              </a:rPr>
              <a:t>igh</a:t>
            </a:r>
            <a:endParaRPr sz="12000" b="0" i="0" u="none" strike="noStrike" cap="none">
              <a:solidFill>
                <a:srgbClr val="00904C"/>
              </a:solidFill>
              <a:latin typeface="Jost"/>
              <a:ea typeface="Jost"/>
              <a:cs typeface="Jost"/>
              <a:sym typeface="Jost"/>
            </a:endParaRPr>
          </a:p>
        </p:txBody>
      </p:sp>
      <p:sp>
        <p:nvSpPr>
          <p:cNvPr id="917" name="Google Shape;917;g2ee8c9c01bd_0_0"/>
          <p:cNvSpPr/>
          <p:nvPr/>
        </p:nvSpPr>
        <p:spPr>
          <a:xfrm>
            <a:off x="598283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ee8c9c01bd_0_0"/>
          <p:cNvSpPr txBox="1">
            <a:spLocks noGrp="1"/>
          </p:cNvSpPr>
          <p:nvPr>
            <p:ph type="subTitle" idx="4294967295"/>
          </p:nvPr>
        </p:nvSpPr>
        <p:spPr>
          <a:xfrm>
            <a:off x="567645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19" name="Google Shape;919;g2ee8c9c01bd_0_0"/>
          <p:cNvSpPr/>
          <p:nvPr/>
        </p:nvSpPr>
        <p:spPr>
          <a:xfrm>
            <a:off x="525055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0" name="Google Shape;920;g2ee8c9c01bd_0_0"/>
          <p:cNvSpPr txBox="1">
            <a:spLocks noGrp="1"/>
          </p:cNvSpPr>
          <p:nvPr>
            <p:ph type="subTitle" idx="4294967295"/>
          </p:nvPr>
        </p:nvSpPr>
        <p:spPr>
          <a:xfrm>
            <a:off x="494417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21" name="Google Shape;921;g2ee8c9c01bd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ee8c9c01bd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ee8c9c01bd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ee8c9c01bd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ee8c9c01bd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ee8c9c01bd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ee8c9c01bd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ee8c9c01bd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9" name="Google Shape;929;g2ee8c9c01bd_0_0"/>
          <p:cNvGrpSpPr/>
          <p:nvPr/>
        </p:nvGrpSpPr>
        <p:grpSpPr>
          <a:xfrm>
            <a:off x="-550" y="6984600"/>
            <a:ext cx="8596479" cy="808600"/>
            <a:chOff x="-550" y="6984600"/>
            <a:chExt cx="8596479" cy="808600"/>
          </a:xfrm>
        </p:grpSpPr>
        <p:sp>
          <p:nvSpPr>
            <p:cNvPr id="930" name="Google Shape;930;g2ee8c9c01bd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ee8c9c01bd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ee8c9c01bd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ee8c9c01bd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ee8c9c01bd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ee8c9c01bd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ee8c9c01bd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ee8c9c01bd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ee8c9c01bd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9" name="Google Shape;939;g2ee8c9c01bd_0_0"/>
          <p:cNvSpPr/>
          <p:nvPr/>
        </p:nvSpPr>
        <p:spPr>
          <a:xfrm>
            <a:off x="6619250" y="3923821"/>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ee8c9c01bd_0_0"/>
          <p:cNvSpPr txBox="1">
            <a:spLocks noGrp="1"/>
          </p:cNvSpPr>
          <p:nvPr>
            <p:ph type="subTitle" idx="4294967295"/>
          </p:nvPr>
        </p:nvSpPr>
        <p:spPr>
          <a:xfrm>
            <a:off x="6445603" y="1308025"/>
            <a:ext cx="714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41" name="Google Shape;941;g2ee8c9c01bd_0_0"/>
          <p:cNvSpPr/>
          <p:nvPr/>
        </p:nvSpPr>
        <p:spPr>
          <a:xfrm>
            <a:off x="3108236" y="4011900"/>
            <a:ext cx="1869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ee8c9c01bd_0_0"/>
          <p:cNvSpPr/>
          <p:nvPr/>
        </p:nvSpPr>
        <p:spPr>
          <a:xfrm>
            <a:off x="506742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73c52484ca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9" name="Google Shape;949;g273c52484ca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0" name="Google Shape;950;g273c52484ca_0_31"/>
          <p:cNvSpPr/>
          <p:nvPr/>
        </p:nvSpPr>
        <p:spPr>
          <a:xfrm>
            <a:off x="319904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73c52484ca_0_31"/>
          <p:cNvSpPr/>
          <p:nvPr/>
        </p:nvSpPr>
        <p:spPr>
          <a:xfrm>
            <a:off x="375635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2" name="Google Shape;952;g273c52484ca_0_3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73c52484ca_0_31"/>
          <p:cNvSpPr txBox="1">
            <a:spLocks noGrp="1"/>
          </p:cNvSpPr>
          <p:nvPr>
            <p:ph type="subTitle" idx="4294967295"/>
          </p:nvPr>
        </p:nvSpPr>
        <p:spPr>
          <a:xfrm>
            <a:off x="3036593" y="1308025"/>
            <a:ext cx="6021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54" name="Google Shape;954;g273c52484ca_0_31"/>
          <p:cNvSpPr txBox="1">
            <a:spLocks noGrp="1"/>
          </p:cNvSpPr>
          <p:nvPr>
            <p:ph type="subTitle" idx="4294967295"/>
          </p:nvPr>
        </p:nvSpPr>
        <p:spPr>
          <a:xfrm>
            <a:off x="3542516" y="1308025"/>
            <a:ext cx="786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55" name="Google Shape;955;g273c52484ca_0_31"/>
          <p:cNvSpPr txBox="1">
            <a:spLocks noGrp="1"/>
          </p:cNvSpPr>
          <p:nvPr>
            <p:ph type="subTitle" idx="4294967295"/>
          </p:nvPr>
        </p:nvSpPr>
        <p:spPr>
          <a:xfrm>
            <a:off x="4050607" y="1308025"/>
            <a:ext cx="2056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ow</a:t>
            </a:r>
            <a:endParaRPr sz="12000" b="0" i="0" u="none" strike="noStrike" cap="none">
              <a:solidFill>
                <a:srgbClr val="815137"/>
              </a:solidFill>
              <a:latin typeface="Jost"/>
              <a:ea typeface="Jost"/>
              <a:cs typeface="Jost"/>
              <a:sym typeface="Jost"/>
            </a:endParaRPr>
          </a:p>
        </p:txBody>
      </p:sp>
      <p:sp>
        <p:nvSpPr>
          <p:cNvPr id="956" name="Google Shape;956;g273c52484ca_0_3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73c52484ca_0_3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73c52484ca_0_3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73c52484ca_0_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73c52484ca_0_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73c52484ca_0_3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73c52484ca_0_3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73c52484ca_0_3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4" name="Google Shape;964;g273c52484ca_0_31"/>
          <p:cNvGrpSpPr/>
          <p:nvPr/>
        </p:nvGrpSpPr>
        <p:grpSpPr>
          <a:xfrm>
            <a:off x="-550" y="6984600"/>
            <a:ext cx="8596479" cy="808600"/>
            <a:chOff x="-550" y="6984600"/>
            <a:chExt cx="8596479" cy="808600"/>
          </a:xfrm>
        </p:grpSpPr>
        <p:sp>
          <p:nvSpPr>
            <p:cNvPr id="965" name="Google Shape;965;g273c52484ca_0_3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6" name="Google Shape;966;g273c52484ca_0_3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7" name="Google Shape;967;g273c52484ca_0_3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8" name="Google Shape;968;g273c52484ca_0_3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9" name="Google Shape;969;g273c52484ca_0_3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0" name="Google Shape;970;g273c52484ca_0_3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1" name="Google Shape;971;g273c52484ca_0_3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2" name="Google Shape;972;g273c52484ca_0_3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3" name="Google Shape;973;g273c52484ca_0_3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4" name="Google Shape;974;g273c52484ca_0_31"/>
          <p:cNvSpPr/>
          <p:nvPr/>
        </p:nvSpPr>
        <p:spPr>
          <a:xfrm>
            <a:off x="4250870" y="4011900"/>
            <a:ext cx="16719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ee8c9c01bd_0_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1" name="Google Shape;981;g2ee8c9c01bd_0_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2" name="Google Shape;982;g2ee8c9c01bd_0_36"/>
          <p:cNvSpPr/>
          <p:nvPr/>
        </p:nvSpPr>
        <p:spPr>
          <a:xfrm>
            <a:off x="217187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ee8c9c01bd_0_36"/>
          <p:cNvSpPr/>
          <p:nvPr/>
        </p:nvSpPr>
        <p:spPr>
          <a:xfrm>
            <a:off x="272918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4" name="Google Shape;984;g2ee8c9c01bd_0_3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5" name="Google Shape;985;g2ee8c9c01bd_0_36"/>
          <p:cNvSpPr txBox="1">
            <a:spLocks noGrp="1"/>
          </p:cNvSpPr>
          <p:nvPr>
            <p:ph type="subTitle" idx="4294967295"/>
          </p:nvPr>
        </p:nvSpPr>
        <p:spPr>
          <a:xfrm>
            <a:off x="2009424" y="1308025"/>
            <a:ext cx="6021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86" name="Google Shape;986;g2ee8c9c01bd_0_36"/>
          <p:cNvSpPr txBox="1">
            <a:spLocks noGrp="1"/>
          </p:cNvSpPr>
          <p:nvPr>
            <p:ph type="subTitle" idx="4294967295"/>
          </p:nvPr>
        </p:nvSpPr>
        <p:spPr>
          <a:xfrm>
            <a:off x="2515348" y="1308025"/>
            <a:ext cx="786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87" name="Google Shape;987;g2ee8c9c01bd_0_36"/>
          <p:cNvSpPr txBox="1">
            <a:spLocks noGrp="1"/>
          </p:cNvSpPr>
          <p:nvPr>
            <p:ph type="subTitle" idx="4294967295"/>
          </p:nvPr>
        </p:nvSpPr>
        <p:spPr>
          <a:xfrm>
            <a:off x="3023438" y="1308025"/>
            <a:ext cx="2056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ow</a:t>
            </a:r>
            <a:endParaRPr sz="12000" b="0" i="0" u="none" strike="noStrike" cap="none">
              <a:solidFill>
                <a:srgbClr val="815137"/>
              </a:solidFill>
              <a:latin typeface="Jost"/>
              <a:ea typeface="Jost"/>
              <a:cs typeface="Jost"/>
              <a:sym typeface="Jost"/>
            </a:endParaRPr>
          </a:p>
        </p:txBody>
      </p:sp>
      <p:sp>
        <p:nvSpPr>
          <p:cNvPr id="988" name="Google Shape;988;g2ee8c9c01bd_0_3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ee8c9c01bd_0_3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ee8c9c01bd_0_3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ee8c9c01bd_0_3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ee8c9c01bd_0_3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ee8c9c01bd_0_3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ee8c9c01bd_0_3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ee8c9c01bd_0_3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6" name="Google Shape;996;g2ee8c9c01bd_0_36"/>
          <p:cNvGrpSpPr/>
          <p:nvPr/>
        </p:nvGrpSpPr>
        <p:grpSpPr>
          <a:xfrm>
            <a:off x="-550" y="6984600"/>
            <a:ext cx="8596479" cy="808600"/>
            <a:chOff x="-550" y="6984600"/>
            <a:chExt cx="8596479" cy="808600"/>
          </a:xfrm>
        </p:grpSpPr>
        <p:sp>
          <p:nvSpPr>
            <p:cNvPr id="997" name="Google Shape;997;g2ee8c9c01bd_0_3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8" name="Google Shape;998;g2ee8c9c01bd_0_3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9" name="Google Shape;999;g2ee8c9c01bd_0_3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0" name="Google Shape;1000;g2ee8c9c01bd_0_3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1" name="Google Shape;1001;g2ee8c9c01bd_0_3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2" name="Google Shape;1002;g2ee8c9c01bd_0_3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3" name="Google Shape;1003;g2ee8c9c01bd_0_3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4" name="Google Shape;1004;g2ee8c9c01bd_0_3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5" name="Google Shape;1005;g2ee8c9c01bd_0_3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6" name="Google Shape;1006;g2ee8c9c01bd_0_36"/>
          <p:cNvSpPr/>
          <p:nvPr/>
        </p:nvSpPr>
        <p:spPr>
          <a:xfrm>
            <a:off x="3223701" y="4011900"/>
            <a:ext cx="16719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ee8c9c01bd_0_36"/>
          <p:cNvSpPr/>
          <p:nvPr/>
        </p:nvSpPr>
        <p:spPr>
          <a:xfrm>
            <a:off x="595690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ee8c9c01bd_0_36"/>
          <p:cNvSpPr txBox="1">
            <a:spLocks noGrp="1"/>
          </p:cNvSpPr>
          <p:nvPr>
            <p:ph type="subTitle" idx="4294967295"/>
          </p:nvPr>
        </p:nvSpPr>
        <p:spPr>
          <a:xfrm>
            <a:off x="565052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09" name="Google Shape;1009;g2ee8c9c01bd_0_36"/>
          <p:cNvSpPr/>
          <p:nvPr/>
        </p:nvSpPr>
        <p:spPr>
          <a:xfrm>
            <a:off x="522463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10" name="Google Shape;1010;g2ee8c9c01bd_0_36"/>
          <p:cNvSpPr txBox="1">
            <a:spLocks noGrp="1"/>
          </p:cNvSpPr>
          <p:nvPr>
            <p:ph type="subTitle" idx="4294967295"/>
          </p:nvPr>
        </p:nvSpPr>
        <p:spPr>
          <a:xfrm>
            <a:off x="491824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1011" name="Google Shape;1011;g2ee8c9c01bd_0_36"/>
          <p:cNvSpPr/>
          <p:nvPr/>
        </p:nvSpPr>
        <p:spPr>
          <a:xfrm>
            <a:off x="6593324" y="3923821"/>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ee8c9c01bd_0_36"/>
          <p:cNvSpPr txBox="1">
            <a:spLocks noGrp="1"/>
          </p:cNvSpPr>
          <p:nvPr>
            <p:ph type="subTitle" idx="4294967295"/>
          </p:nvPr>
        </p:nvSpPr>
        <p:spPr>
          <a:xfrm>
            <a:off x="6419676" y="1308025"/>
            <a:ext cx="714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13" name="Google Shape;1013;g2ee8c9c01bd_0_36"/>
          <p:cNvSpPr/>
          <p:nvPr/>
        </p:nvSpPr>
        <p:spPr>
          <a:xfrm>
            <a:off x="5041499"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0" name="Google Shape;102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27" name="Google Shape;1027;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28" name="Google Shape;1028;g2dadbbe58d1_1_3"/>
          <p:cNvPicPr preferRelativeResize="0"/>
          <p:nvPr/>
        </p:nvPicPr>
        <p:blipFill rotWithShape="1">
          <a:blip r:embed="rId3">
            <a:alphaModFix/>
          </a:blip>
          <a:srcRect l="34534" r="34535"/>
          <a:stretch/>
        </p:blipFill>
        <p:spPr>
          <a:xfrm>
            <a:off x="3289712" y="624725"/>
            <a:ext cx="2564576" cy="2619525"/>
          </a:xfrm>
          <a:prstGeom prst="rect">
            <a:avLst/>
          </a:prstGeom>
          <a:noFill/>
          <a:ln>
            <a:noFill/>
          </a:ln>
        </p:spPr>
      </p:pic>
      <p:cxnSp>
        <p:nvCxnSpPr>
          <p:cNvPr id="1029" name="Google Shape;1029;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30" name="Google Shape;1030;g2dadbbe58d1_1_3"/>
          <p:cNvGrpSpPr/>
          <p:nvPr/>
        </p:nvGrpSpPr>
        <p:grpSpPr>
          <a:xfrm>
            <a:off x="1450926" y="3614075"/>
            <a:ext cx="6242148" cy="1851900"/>
            <a:chOff x="1450926" y="3614075"/>
            <a:chExt cx="6242148" cy="1851900"/>
          </a:xfrm>
        </p:grpSpPr>
        <p:grpSp>
          <p:nvGrpSpPr>
            <p:cNvPr id="1031" name="Google Shape;1031;g2dadbbe58d1_1_3"/>
            <p:cNvGrpSpPr/>
            <p:nvPr/>
          </p:nvGrpSpPr>
          <p:grpSpPr>
            <a:xfrm flipH="1">
              <a:off x="4890349" y="3631675"/>
              <a:ext cx="2799975" cy="1828800"/>
              <a:chOff x="879050" y="3631675"/>
              <a:chExt cx="2799975" cy="1828800"/>
            </a:xfrm>
          </p:grpSpPr>
          <p:sp>
            <p:nvSpPr>
              <p:cNvPr id="1032" name="Google Shape;1032;g2dadbbe58d1_1_3"/>
              <p:cNvSpPr/>
              <p:nvPr/>
            </p:nvSpPr>
            <p:spPr>
              <a:xfrm rot="-5400000">
                <a:off x="1291850" y="3218875"/>
                <a:ext cx="1828800" cy="26544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3" name="Google Shape;1033;g2dadbbe58d1_1_3"/>
              <p:cNvGrpSpPr/>
              <p:nvPr/>
            </p:nvGrpSpPr>
            <p:grpSpPr>
              <a:xfrm>
                <a:off x="3415325" y="4484375"/>
                <a:ext cx="263700" cy="263700"/>
                <a:chOff x="3415325" y="4484375"/>
                <a:chExt cx="263700" cy="263700"/>
              </a:xfrm>
            </p:grpSpPr>
            <p:sp>
              <p:nvSpPr>
                <p:cNvPr id="1034" name="Google Shape;1034;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35" name="Google Shape;1035;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36" name="Google Shape;1036;g2dadbbe58d1_1_3"/>
            <p:cNvGrpSpPr/>
            <p:nvPr/>
          </p:nvGrpSpPr>
          <p:grpSpPr>
            <a:xfrm>
              <a:off x="1450926" y="3629300"/>
              <a:ext cx="6242148" cy="1828800"/>
              <a:chOff x="1720902" y="3629300"/>
              <a:chExt cx="6242148" cy="1828800"/>
            </a:xfrm>
          </p:grpSpPr>
          <p:sp>
            <p:nvSpPr>
              <p:cNvPr id="1037" name="Google Shape;1037;g2dadbbe58d1_1_3"/>
              <p:cNvSpPr/>
              <p:nvPr/>
            </p:nvSpPr>
            <p:spPr>
              <a:xfrm flipH="1">
                <a:off x="1721250" y="3629300"/>
                <a:ext cx="624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8" name="Google Shape;1038;g2dadbbe58d1_1_3"/>
              <p:cNvGrpSpPr/>
              <p:nvPr/>
            </p:nvGrpSpPr>
            <p:grpSpPr>
              <a:xfrm flipH="1">
                <a:off x="1720902" y="4063875"/>
                <a:ext cx="6241969" cy="1170725"/>
                <a:chOff x="1181250" y="4063875"/>
                <a:chExt cx="6781800" cy="1170725"/>
              </a:xfrm>
            </p:grpSpPr>
            <p:cxnSp>
              <p:nvCxnSpPr>
                <p:cNvPr id="1039" name="Google Shape;1039;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0" name="Google Shape;1040;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1" name="Google Shape;1041;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2" name="Google Shape;1042;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cxnSp>
          <p:nvCxnSpPr>
            <p:cNvPr id="1043" name="Google Shape;1043;g2dadbbe58d1_1_3"/>
            <p:cNvCxnSpPr/>
            <p:nvPr/>
          </p:nvCxnSpPr>
          <p:spPr>
            <a:xfrm rot="10800000">
              <a:off x="592255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4" name="Google Shape;1044;g2dadbbe58d1_1_3"/>
            <p:cNvCxnSpPr/>
            <p:nvPr/>
          </p:nvCxnSpPr>
          <p:spPr>
            <a:xfrm rot="10800000">
              <a:off x="401503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5" name="Google Shape;1045;g2dadbbe58d1_1_3"/>
            <p:cNvCxnSpPr/>
            <p:nvPr/>
          </p:nvCxnSpPr>
          <p:spPr>
            <a:xfrm rot="10800000">
              <a:off x="242347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6" name="Google Shape;1046;g2dadbbe58d1_1_3"/>
            <p:cNvCxnSpPr/>
            <p:nvPr/>
          </p:nvCxnSpPr>
          <p:spPr>
            <a:xfrm rot="10800000">
              <a:off x="6806441"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47" name="Google Shape;1047;g2dadbbe58d1_1_3"/>
          <p:cNvSpPr txBox="1"/>
          <p:nvPr/>
        </p:nvSpPr>
        <p:spPr>
          <a:xfrm>
            <a:off x="15406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sp>
        <p:nvSpPr>
          <p:cNvPr id="1048" name="Google Shape;1048;g2dadbbe58d1_1_3"/>
          <p:cNvSpPr txBox="1"/>
          <p:nvPr/>
        </p:nvSpPr>
        <p:spPr>
          <a:xfrm>
            <a:off x="2478524" y="4063875"/>
            <a:ext cx="146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oo</a:t>
            </a:r>
            <a:endParaRPr sz="8500" b="0" i="0" u="none" strike="noStrike" cap="none">
              <a:solidFill>
                <a:srgbClr val="815137"/>
              </a:solidFill>
              <a:latin typeface="Jost"/>
              <a:ea typeface="Jost"/>
              <a:cs typeface="Jost"/>
              <a:sym typeface="Jost"/>
            </a:endParaRPr>
          </a:p>
        </p:txBody>
      </p:sp>
      <p:sp>
        <p:nvSpPr>
          <p:cNvPr id="1049" name="Google Shape;1049;g2dadbbe58d1_1_3"/>
          <p:cNvSpPr txBox="1"/>
          <p:nvPr/>
        </p:nvSpPr>
        <p:spPr>
          <a:xfrm>
            <a:off x="40498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50" name="Google Shape;1050;g2dadbbe58d1_1_3"/>
          <p:cNvSpPr txBox="1"/>
          <p:nvPr/>
        </p:nvSpPr>
        <p:spPr>
          <a:xfrm>
            <a:off x="5144549" y="4064350"/>
            <a:ext cx="777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51" name="Google Shape;1051;g2dadbbe58d1_1_3"/>
          <p:cNvSpPr txBox="1"/>
          <p:nvPr/>
        </p:nvSpPr>
        <p:spPr>
          <a:xfrm>
            <a:off x="59230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52" name="Google Shape;1052;g2dadbbe58d1_1_3"/>
          <p:cNvSpPr txBox="1"/>
          <p:nvPr/>
        </p:nvSpPr>
        <p:spPr>
          <a:xfrm>
            <a:off x="68069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74c65c03af_0_7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9" name="Google Shape;1059;g274c65c03af_0_7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60" name="Google Shape;1060;g274c65c03af_0_78"/>
          <p:cNvPicPr preferRelativeResize="0"/>
          <p:nvPr/>
        </p:nvPicPr>
        <p:blipFill rotWithShape="1">
          <a:blip r:embed="rId3">
            <a:alphaModFix/>
          </a:blip>
          <a:srcRect l="34534" r="34535"/>
          <a:stretch/>
        </p:blipFill>
        <p:spPr>
          <a:xfrm>
            <a:off x="3289712" y="624725"/>
            <a:ext cx="2564576" cy="2619525"/>
          </a:xfrm>
          <a:prstGeom prst="rect">
            <a:avLst/>
          </a:prstGeom>
          <a:noFill/>
          <a:ln>
            <a:noFill/>
          </a:ln>
        </p:spPr>
      </p:pic>
      <p:cxnSp>
        <p:nvCxnSpPr>
          <p:cNvPr id="1061" name="Google Shape;1061;g274c65c03af_0_78"/>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62" name="Google Shape;1062;g274c65c03af_0_78"/>
          <p:cNvGrpSpPr/>
          <p:nvPr/>
        </p:nvGrpSpPr>
        <p:grpSpPr>
          <a:xfrm>
            <a:off x="1450926" y="3614075"/>
            <a:ext cx="6242148" cy="1851900"/>
            <a:chOff x="1450926" y="3614075"/>
            <a:chExt cx="6242148" cy="1851900"/>
          </a:xfrm>
        </p:grpSpPr>
        <p:grpSp>
          <p:nvGrpSpPr>
            <p:cNvPr id="1063" name="Google Shape;1063;g274c65c03af_0_78"/>
            <p:cNvGrpSpPr/>
            <p:nvPr/>
          </p:nvGrpSpPr>
          <p:grpSpPr>
            <a:xfrm flipH="1">
              <a:off x="4890349" y="3631675"/>
              <a:ext cx="2799975" cy="1828800"/>
              <a:chOff x="879050" y="3631675"/>
              <a:chExt cx="2799975" cy="1828800"/>
            </a:xfrm>
          </p:grpSpPr>
          <p:sp>
            <p:nvSpPr>
              <p:cNvPr id="1064" name="Google Shape;1064;g274c65c03af_0_78"/>
              <p:cNvSpPr/>
              <p:nvPr/>
            </p:nvSpPr>
            <p:spPr>
              <a:xfrm rot="-5400000">
                <a:off x="1291850" y="3218875"/>
                <a:ext cx="1828800" cy="26544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5" name="Google Shape;1065;g274c65c03af_0_78"/>
              <p:cNvGrpSpPr/>
              <p:nvPr/>
            </p:nvGrpSpPr>
            <p:grpSpPr>
              <a:xfrm>
                <a:off x="3415325" y="4484375"/>
                <a:ext cx="263700" cy="263700"/>
                <a:chOff x="3415325" y="4484375"/>
                <a:chExt cx="263700" cy="263700"/>
              </a:xfrm>
            </p:grpSpPr>
            <p:sp>
              <p:nvSpPr>
                <p:cNvPr id="1066" name="Google Shape;1066;g274c65c03af_0_78"/>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67" name="Google Shape;1067;g274c65c03af_0_78"/>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68" name="Google Shape;1068;g274c65c03af_0_78"/>
            <p:cNvGrpSpPr/>
            <p:nvPr/>
          </p:nvGrpSpPr>
          <p:grpSpPr>
            <a:xfrm>
              <a:off x="1450926" y="3629300"/>
              <a:ext cx="6242148" cy="1828800"/>
              <a:chOff x="1720902" y="3629300"/>
              <a:chExt cx="6242148" cy="1828800"/>
            </a:xfrm>
          </p:grpSpPr>
          <p:sp>
            <p:nvSpPr>
              <p:cNvPr id="1069" name="Google Shape;1069;g274c65c03af_0_78"/>
              <p:cNvSpPr/>
              <p:nvPr/>
            </p:nvSpPr>
            <p:spPr>
              <a:xfrm flipH="1">
                <a:off x="1721250" y="3629300"/>
                <a:ext cx="624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0" name="Google Shape;1070;g274c65c03af_0_78"/>
              <p:cNvGrpSpPr/>
              <p:nvPr/>
            </p:nvGrpSpPr>
            <p:grpSpPr>
              <a:xfrm flipH="1">
                <a:off x="1720902" y="4063875"/>
                <a:ext cx="6241969" cy="1170725"/>
                <a:chOff x="1181250" y="4063875"/>
                <a:chExt cx="6781800" cy="1170725"/>
              </a:xfrm>
            </p:grpSpPr>
            <p:cxnSp>
              <p:nvCxnSpPr>
                <p:cNvPr id="1071" name="Google Shape;1071;g274c65c03af_0_78"/>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2" name="Google Shape;1072;g274c65c03af_0_78"/>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3" name="Google Shape;1073;g274c65c03af_0_78"/>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4" name="Google Shape;1074;g274c65c03af_0_78"/>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cxnSp>
          <p:nvCxnSpPr>
            <p:cNvPr id="1075" name="Google Shape;1075;g274c65c03af_0_78"/>
            <p:cNvCxnSpPr/>
            <p:nvPr/>
          </p:nvCxnSpPr>
          <p:spPr>
            <a:xfrm rot="10800000">
              <a:off x="592255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6" name="Google Shape;1076;g274c65c03af_0_78"/>
            <p:cNvCxnSpPr/>
            <p:nvPr/>
          </p:nvCxnSpPr>
          <p:spPr>
            <a:xfrm rot="10800000">
              <a:off x="401503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7" name="Google Shape;1077;g274c65c03af_0_78"/>
            <p:cNvCxnSpPr/>
            <p:nvPr/>
          </p:nvCxnSpPr>
          <p:spPr>
            <a:xfrm rot="10800000">
              <a:off x="242347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8" name="Google Shape;1078;g274c65c03af_0_78"/>
            <p:cNvCxnSpPr/>
            <p:nvPr/>
          </p:nvCxnSpPr>
          <p:spPr>
            <a:xfrm rot="10800000">
              <a:off x="6806441"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79" name="Google Shape;1079;g274c65c03af_0_78"/>
          <p:cNvSpPr txBox="1"/>
          <p:nvPr/>
        </p:nvSpPr>
        <p:spPr>
          <a:xfrm>
            <a:off x="15406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sp>
        <p:nvSpPr>
          <p:cNvPr id="1080" name="Google Shape;1080;g274c65c03af_0_78"/>
          <p:cNvSpPr txBox="1"/>
          <p:nvPr/>
        </p:nvSpPr>
        <p:spPr>
          <a:xfrm>
            <a:off x="2478524" y="4063875"/>
            <a:ext cx="146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oo</a:t>
            </a:r>
            <a:endParaRPr sz="8500" b="0" i="0" u="none" strike="noStrike" cap="none">
              <a:solidFill>
                <a:srgbClr val="815137"/>
              </a:solidFill>
              <a:latin typeface="Jost"/>
              <a:ea typeface="Jost"/>
              <a:cs typeface="Jost"/>
              <a:sym typeface="Jost"/>
            </a:endParaRPr>
          </a:p>
        </p:txBody>
      </p:sp>
      <p:sp>
        <p:nvSpPr>
          <p:cNvPr id="1081" name="Google Shape;1081;g274c65c03af_0_78"/>
          <p:cNvSpPr txBox="1"/>
          <p:nvPr/>
        </p:nvSpPr>
        <p:spPr>
          <a:xfrm>
            <a:off x="404989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82" name="Google Shape;1082;g274c65c03af_0_78"/>
          <p:cNvSpPr txBox="1"/>
          <p:nvPr/>
        </p:nvSpPr>
        <p:spPr>
          <a:xfrm>
            <a:off x="5144549" y="4064350"/>
            <a:ext cx="777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sp>
        <p:nvSpPr>
          <p:cNvPr id="1083" name="Google Shape;1083;g274c65c03af_0_78"/>
          <p:cNvSpPr txBox="1"/>
          <p:nvPr/>
        </p:nvSpPr>
        <p:spPr>
          <a:xfrm>
            <a:off x="59230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84" name="Google Shape;1084;g274c65c03af_0_78"/>
          <p:cNvSpPr txBox="1"/>
          <p:nvPr/>
        </p:nvSpPr>
        <p:spPr>
          <a:xfrm>
            <a:off x="6806949" y="4064350"/>
            <a:ext cx="88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1" name="Google Shape;109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2" name="Google Shape;1092;g1f3daf8a844_0_64"/>
          <p:cNvGrpSpPr/>
          <p:nvPr/>
        </p:nvGrpSpPr>
        <p:grpSpPr>
          <a:xfrm>
            <a:off x="3024000" y="209875"/>
            <a:ext cx="3096000" cy="454800"/>
            <a:chOff x="3024000" y="209875"/>
            <a:chExt cx="3096000" cy="454800"/>
          </a:xfrm>
        </p:grpSpPr>
        <p:sp>
          <p:nvSpPr>
            <p:cNvPr id="1093" name="Google Shape;109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4" name="Google Shape;109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5" name="Google Shape;109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6" name="Google Shape;109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7" name="Google Shape;109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9" name="Google Shape;109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0" name="Google Shape;1100;g1f3daf8a844_0_64"/>
          <p:cNvSpPr txBox="1"/>
          <p:nvPr/>
        </p:nvSpPr>
        <p:spPr>
          <a:xfrm>
            <a:off x="2333951"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1" name="Google Shape;1101;g1f3daf8a844_0_64"/>
          <p:cNvSpPr txBox="1"/>
          <p:nvPr/>
        </p:nvSpPr>
        <p:spPr>
          <a:xfrm>
            <a:off x="5792506"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02" name="Google Shape;1102;g1f3daf8a844_0_64"/>
          <p:cNvSpPr txBox="1"/>
          <p:nvPr/>
        </p:nvSpPr>
        <p:spPr>
          <a:xfrm>
            <a:off x="1181100"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3" name="Google Shape;1103;g1f3daf8a844_0_64"/>
          <p:cNvSpPr txBox="1"/>
          <p:nvPr/>
        </p:nvSpPr>
        <p:spPr>
          <a:xfrm>
            <a:off x="6945355"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4" name="Google Shape;1104;g1f3daf8a844_0_64"/>
          <p:cNvSpPr txBox="1"/>
          <p:nvPr/>
        </p:nvSpPr>
        <p:spPr>
          <a:xfrm>
            <a:off x="2333951"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05" name="Google Shape;1105;g1f3daf8a844_0_64"/>
          <p:cNvSpPr txBox="1"/>
          <p:nvPr/>
        </p:nvSpPr>
        <p:spPr>
          <a:xfrm>
            <a:off x="5792506"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06" name="Google Shape;1106;g1f3daf8a844_0_64"/>
          <p:cNvSpPr txBox="1"/>
          <p:nvPr/>
        </p:nvSpPr>
        <p:spPr>
          <a:xfrm>
            <a:off x="1181100"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3486803"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4639654"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3486803"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0" name="Google Shape;1110;g1f3daf8a844_0_64"/>
          <p:cNvSpPr txBox="1"/>
          <p:nvPr/>
        </p:nvSpPr>
        <p:spPr>
          <a:xfrm>
            <a:off x="6945355"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1" name="Google Shape;1111;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2" name="Google Shape;1112;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3" name="Google Shape;1113;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4" name="Google Shape;1114;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5" name="Google Shape;1115;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6" name="Google Shape;1116;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7" name="Google Shape;1117;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8" name="Google Shape;1118;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19" name="Google Shape;1119;g1f3daf8a844_0_64"/>
          <p:cNvGrpSpPr/>
          <p:nvPr/>
        </p:nvGrpSpPr>
        <p:grpSpPr>
          <a:xfrm>
            <a:off x="-550" y="6984600"/>
            <a:ext cx="8596479" cy="808600"/>
            <a:chOff x="-550" y="6984600"/>
            <a:chExt cx="8596479" cy="808600"/>
          </a:xfrm>
        </p:grpSpPr>
        <p:sp>
          <p:nvSpPr>
            <p:cNvPr id="1120" name="Google Shape;1120;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21" name="Google Shape;1121;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22" name="Google Shape;1122;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23" name="Google Shape;1123;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24" name="Google Shape;1124;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25" name="Google Shape;1125;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26" name="Google Shape;1126;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27" name="Google Shape;1127;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28" name="Google Shape;1128;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29" name="Google Shape;1129;g1f3daf8a844_0_64"/>
          <p:cNvSpPr txBox="1"/>
          <p:nvPr/>
        </p:nvSpPr>
        <p:spPr>
          <a:xfrm>
            <a:off x="2858901"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0" name="Google Shape;1130;g1f3daf8a844_0_64"/>
          <p:cNvSpPr txBox="1"/>
          <p:nvPr/>
        </p:nvSpPr>
        <p:spPr>
          <a:xfrm>
            <a:off x="6317456"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131" name="Google Shape;1131;g1f3daf8a844_0_64"/>
          <p:cNvSpPr txBox="1"/>
          <p:nvPr/>
        </p:nvSpPr>
        <p:spPr>
          <a:xfrm>
            <a:off x="1706050"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4011753"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5164604"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4627230" y="83922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35" name="Google Shape;113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g273c52484ca_0_8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2" name="Google Shape;1142;g273c52484ca_0_8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3" name="Google Shape;1143;g273c52484ca_0_88"/>
          <p:cNvGrpSpPr/>
          <p:nvPr/>
        </p:nvGrpSpPr>
        <p:grpSpPr>
          <a:xfrm>
            <a:off x="3024000" y="209875"/>
            <a:ext cx="3096000" cy="454800"/>
            <a:chOff x="3024000" y="209875"/>
            <a:chExt cx="3096000" cy="454800"/>
          </a:xfrm>
        </p:grpSpPr>
        <p:sp>
          <p:nvSpPr>
            <p:cNvPr id="1144" name="Google Shape;1144;g273c52484ca_0_8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5" name="Google Shape;1145;g273c52484ca_0_8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6" name="Google Shape;1146;g273c52484ca_0_8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47" name="Google Shape;1147;g273c52484ca_0_88"/>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slowest highest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ttest coolest</a:t>
            </a:r>
            <a:endParaRPr sz="1800" b="0" i="0" u="none" strike="noStrike" cap="none">
              <a:solidFill>
                <a:srgbClr val="B7B7B7"/>
              </a:solidFill>
              <a:latin typeface="Jost"/>
              <a:ea typeface="Jost"/>
              <a:cs typeface="Jost"/>
              <a:sym typeface="Jost"/>
            </a:endParaRPr>
          </a:p>
        </p:txBody>
      </p:sp>
      <p:cxnSp>
        <p:nvCxnSpPr>
          <p:cNvPr id="1148" name="Google Shape;1148;g273c52484ca_0_8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9" name="Google Shape;1149;g273c52484ca_0_8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0" name="Google Shape;1150;g273c52484ca_0_8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1" name="Google Shape;1151;g273c52484ca_0_8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2" name="Google Shape;1152;g273c52484ca_0_8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3" name="Google Shape;1153;g273c52484ca_0_88"/>
          <p:cNvSpPr txBox="1"/>
          <p:nvPr/>
        </p:nvSpPr>
        <p:spPr>
          <a:xfrm>
            <a:off x="2333951"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4" name="Google Shape;1154;g273c52484ca_0_88"/>
          <p:cNvSpPr txBox="1"/>
          <p:nvPr/>
        </p:nvSpPr>
        <p:spPr>
          <a:xfrm>
            <a:off x="5792506"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55" name="Google Shape;1155;g273c52484ca_0_88"/>
          <p:cNvSpPr txBox="1"/>
          <p:nvPr/>
        </p:nvSpPr>
        <p:spPr>
          <a:xfrm>
            <a:off x="1181100"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cxnSp>
        <p:nvCxnSpPr>
          <p:cNvPr id="1156" name="Google Shape;1156;g273c52484ca_0_8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7" name="Google Shape;1157;g273c52484ca_0_88"/>
          <p:cNvSpPr txBox="1"/>
          <p:nvPr/>
        </p:nvSpPr>
        <p:spPr>
          <a:xfrm>
            <a:off x="6945355"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8" name="Google Shape;1158;g273c52484ca_0_88"/>
          <p:cNvSpPr txBox="1"/>
          <p:nvPr/>
        </p:nvSpPr>
        <p:spPr>
          <a:xfrm>
            <a:off x="2333951"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59" name="Google Shape;1159;g273c52484ca_0_88"/>
          <p:cNvSpPr txBox="1"/>
          <p:nvPr/>
        </p:nvSpPr>
        <p:spPr>
          <a:xfrm>
            <a:off x="5792506"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60" name="Google Shape;1160;g273c52484ca_0_88"/>
          <p:cNvSpPr txBox="1"/>
          <p:nvPr/>
        </p:nvSpPr>
        <p:spPr>
          <a:xfrm>
            <a:off x="1181100"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1" name="Google Shape;1161;g273c52484ca_0_88"/>
          <p:cNvSpPr txBox="1"/>
          <p:nvPr/>
        </p:nvSpPr>
        <p:spPr>
          <a:xfrm>
            <a:off x="3486803"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2" name="Google Shape;1162;g273c52484ca_0_88"/>
          <p:cNvSpPr txBox="1"/>
          <p:nvPr/>
        </p:nvSpPr>
        <p:spPr>
          <a:xfrm>
            <a:off x="4639654"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3" name="Google Shape;1163;g273c52484ca_0_88"/>
          <p:cNvSpPr txBox="1"/>
          <p:nvPr/>
        </p:nvSpPr>
        <p:spPr>
          <a:xfrm>
            <a:off x="3486803" y="8076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4" name="Google Shape;1164;g273c52484ca_0_88"/>
          <p:cNvSpPr txBox="1"/>
          <p:nvPr/>
        </p:nvSpPr>
        <p:spPr>
          <a:xfrm>
            <a:off x="6945355"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65" name="Google Shape;1165;g273c52484ca_0_8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6" name="Google Shape;1166;g273c52484ca_0_8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7" name="Google Shape;1167;g273c52484ca_0_8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8" name="Google Shape;1168;g273c52484ca_0_8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9" name="Google Shape;1169;g273c52484ca_0_8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0" name="Google Shape;1170;g273c52484ca_0_8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1" name="Google Shape;1171;g273c52484ca_0_8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2" name="Google Shape;1172;g273c52484ca_0_8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73" name="Google Shape;1173;g273c52484ca_0_88"/>
          <p:cNvGrpSpPr/>
          <p:nvPr/>
        </p:nvGrpSpPr>
        <p:grpSpPr>
          <a:xfrm>
            <a:off x="-550" y="6984600"/>
            <a:ext cx="8596479" cy="808600"/>
            <a:chOff x="-550" y="6984600"/>
            <a:chExt cx="8596479" cy="808600"/>
          </a:xfrm>
        </p:grpSpPr>
        <p:sp>
          <p:nvSpPr>
            <p:cNvPr id="1174" name="Google Shape;1174;g273c52484ca_0_8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75" name="Google Shape;1175;g273c52484ca_0_8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76" name="Google Shape;1176;g273c52484ca_0_8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77" name="Google Shape;1177;g273c52484ca_0_8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78" name="Google Shape;1178;g273c52484ca_0_8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79" name="Google Shape;1179;g273c52484ca_0_8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80" name="Google Shape;1180;g273c52484ca_0_8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81" name="Google Shape;1181;g273c52484ca_0_8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82" name="Google Shape;1182;g273c52484ca_0_8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83" name="Google Shape;1183;g273c52484ca_0_88"/>
          <p:cNvSpPr txBox="1"/>
          <p:nvPr/>
        </p:nvSpPr>
        <p:spPr>
          <a:xfrm>
            <a:off x="2858901"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4" name="Google Shape;1184;g273c52484ca_0_88"/>
          <p:cNvSpPr txBox="1"/>
          <p:nvPr/>
        </p:nvSpPr>
        <p:spPr>
          <a:xfrm>
            <a:off x="6317456"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185" name="Google Shape;1185;g273c52484ca_0_88"/>
          <p:cNvSpPr txBox="1"/>
          <p:nvPr/>
        </p:nvSpPr>
        <p:spPr>
          <a:xfrm>
            <a:off x="1706050"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86" name="Google Shape;1186;g273c52484ca_0_88"/>
          <p:cNvSpPr txBox="1"/>
          <p:nvPr/>
        </p:nvSpPr>
        <p:spPr>
          <a:xfrm>
            <a:off x="4011753"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87" name="Google Shape;1187;g273c52484ca_0_88"/>
          <p:cNvSpPr txBox="1"/>
          <p:nvPr/>
        </p:nvSpPr>
        <p:spPr>
          <a:xfrm>
            <a:off x="5164604" y="24729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8" name="Google Shape;1188;g273c52484ca_0_88"/>
          <p:cNvSpPr txBox="1"/>
          <p:nvPr/>
        </p:nvSpPr>
        <p:spPr>
          <a:xfrm>
            <a:off x="4627230" y="83922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438</Words>
  <Application>Microsoft Office PowerPoint</Application>
  <PresentationFormat>On-screen Show (4:3)</PresentationFormat>
  <Paragraphs>176</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Arial</vt:lpstr>
      <vt:lpstr>Poppins</vt:lpstr>
      <vt:lpstr>Jost</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2026-06-03T01:01:38Z</dcterms:modified>
</cp:coreProperties>
</file>