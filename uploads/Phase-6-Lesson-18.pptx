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Qcxpw1xbWMojqBIeOZdfWfe2+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AA7231-38D6-4DAC-87E3-1AFF7FF9E6D7}">
  <a:tblStyle styleId="{FCAA7231-38D6-4DAC-87E3-1AFF7FF9E6D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739845250f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739845250f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739845250f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739845250f_0_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739845250f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739845250f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ee66cf888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ee66cf888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ee66cf888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739845250f_0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739845250f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739845250f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ee66cf8888_0_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ee66cf8888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ee66cf8888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274c5a2569d_0_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g274c5a2569d_0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g274c5a2569d_0_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0" name="Google Shape;112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2739845250f_0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2" name="Google Shape;1162;g2739845250f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3" name="Google Shape;1163;g2739845250f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261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932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580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4855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a person, place or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Agent Noun </a:t>
            </a:r>
            <a:r>
              <a:rPr lang="en-US" sz="1600" b="0" i="0" u="none" strike="noStrike" cap="none">
                <a:solidFill>
                  <a:srgbClr val="000000"/>
                </a:solidFill>
                <a:latin typeface="Poppins"/>
                <a:ea typeface="Poppins"/>
                <a:cs typeface="Poppins"/>
                <a:sym typeface="Poppins"/>
              </a:rPr>
              <a:t>– a noun denoting someone or something that performs the action of a verb.</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Verb </a:t>
            </a:r>
            <a:r>
              <a:rPr lang="en-US" sz="1600" b="0" i="0" u="none" strike="noStrike" cap="none">
                <a:solidFill>
                  <a:srgbClr val="000000"/>
                </a:solidFill>
                <a:latin typeface="Poppins"/>
                <a:ea typeface="Poppins"/>
                <a:cs typeface="Poppins"/>
                <a:sym typeface="Poppins"/>
              </a:rPr>
              <a:t>– a word used to describe an action.</a:t>
            </a:r>
            <a:endParaRPr sz="1600" b="0" i="0" u="none" strike="noStrike" cap="none">
              <a:solidFill>
                <a:srgbClr val="000000"/>
              </a:solidFill>
              <a:latin typeface="Poppins SemiBold"/>
              <a:ea typeface="Poppins SemiBold"/>
              <a:cs typeface="Poppins SemiBold"/>
              <a:sym typeface="Poppins SemiBo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-er suffix (drop e)</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4 - Wednesday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18</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-er suffix </a:t>
            </a:r>
            <a:br>
              <a:rPr lang="en-US"/>
            </a:br>
            <a:r>
              <a:rPr lang="en-US"/>
              <a:t>(drop e)</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{FCAA7231-38D6-4DAC-87E3-1AFF7FF9E6D7}</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-er</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18</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-er.</a:t>
            </a:r>
            <a:endParaRPr>
              <a:solidFill>
                <a:srgbClr val="2356AF"/>
              </a:solidFill>
            </a:endParaRPr>
          </a:p>
        </p:txBody>
      </p:sp>
      <p:sp>
        <p:nvSpPr>
          <p:cNvPr id="661" name="Google Shape;661;g2bee4f4af4b_0_204"/>
          <p:cNvSpPr txBox="1">
            <a:spLocks noGrp="1"/>
          </p:cNvSpPr>
          <p:nvPr>
            <p:ph type="body" idx="2"/>
          </p:nvPr>
        </p:nvSpPr>
        <p:spPr>
          <a:xfrm>
            <a:off x="3649025" y="2393250"/>
            <a:ext cx="50679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246875" y="1672275"/>
            <a:ext cx="6650100" cy="29955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When suffix </a:t>
            </a:r>
            <a:r>
              <a:rPr lang="en-US" sz="2800" b="0" i="0" u="none" strike="noStrike" cap="none">
                <a:solidFill>
                  <a:srgbClr val="2356AF"/>
                </a:solidFill>
                <a:latin typeface="Poppins"/>
                <a:ea typeface="Poppins"/>
                <a:cs typeface="Poppins"/>
                <a:sym typeface="Poppins"/>
              </a:rPr>
              <a:t>-er</a:t>
            </a:r>
            <a:r>
              <a:rPr lang="en-US" sz="2800" b="0" i="0" u="none" strike="noStrike" cap="none">
                <a:solidFill>
                  <a:schemeClr val="dk1"/>
                </a:solidFill>
                <a:latin typeface="Poppins"/>
                <a:ea typeface="Poppins"/>
                <a:cs typeface="Poppins"/>
                <a:sym typeface="Poppins"/>
              </a:rPr>
              <a:t> is added to the end of a noun, the noun changes to an agent noun. </a:t>
            </a: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SemiBold"/>
                <a:ea typeface="Poppins SemiBold"/>
                <a:cs typeface="Poppins SemiBold"/>
                <a:sym typeface="Poppins SemiBold"/>
              </a:rPr>
              <a:t>Spelling Rule:</a:t>
            </a:r>
            <a:r>
              <a:rPr lang="en-US" sz="2800" b="0" i="0" u="none" strike="noStrike" cap="none">
                <a:solidFill>
                  <a:schemeClr val="dk1"/>
                </a:solidFill>
                <a:latin typeface="Poppins"/>
                <a:ea typeface="Poppins"/>
                <a:cs typeface="Poppins"/>
                <a:sym typeface="Poppins"/>
              </a:rPr>
              <a:t> When the root word ends in letter ‘</a:t>
            </a:r>
            <a:r>
              <a:rPr lang="en-US" sz="2800" b="0" i="0" u="none" strike="noStrike" cap="none">
                <a:solidFill>
                  <a:srgbClr val="8DC63F"/>
                </a:solidFill>
                <a:latin typeface="Poppins"/>
                <a:ea typeface="Poppins"/>
                <a:cs typeface="Poppins"/>
                <a:sym typeface="Poppins"/>
              </a:rPr>
              <a:t>e</a:t>
            </a:r>
            <a:r>
              <a:rPr lang="en-US" sz="2800" b="0" i="0" u="none" strike="noStrike" cap="none">
                <a:solidFill>
                  <a:schemeClr val="dk1"/>
                </a:solidFill>
                <a:latin typeface="Poppins"/>
                <a:ea typeface="Poppins"/>
                <a:cs typeface="Poppins"/>
                <a:sym typeface="Poppins"/>
              </a:rPr>
              <a:t>’,  '</a:t>
            </a:r>
            <a:r>
              <a:rPr lang="en-US" sz="2800" b="0" i="0" u="none" strike="noStrike" cap="none">
                <a:solidFill>
                  <a:srgbClr val="8DC63F"/>
                </a:solidFill>
                <a:latin typeface="Poppins"/>
                <a:ea typeface="Poppins"/>
                <a:cs typeface="Poppins"/>
                <a:sym typeface="Poppins"/>
              </a:rPr>
              <a:t>e</a:t>
            </a:r>
            <a:r>
              <a:rPr lang="en-US" sz="2800" b="0" i="0" u="none" strike="noStrike" cap="none">
                <a:solidFill>
                  <a:schemeClr val="dk1"/>
                </a:solidFill>
                <a:latin typeface="Poppins"/>
                <a:ea typeface="Poppins"/>
                <a:cs typeface="Poppins"/>
                <a:sym typeface="Poppins"/>
              </a:rPr>
              <a:t>' is removed and the suffix </a:t>
            </a:r>
            <a:r>
              <a:rPr lang="en-US" sz="2800" b="0" i="0" u="none" strike="noStrike" cap="none">
                <a:solidFill>
                  <a:srgbClr val="2356AF"/>
                </a:solidFill>
                <a:latin typeface="Poppins"/>
                <a:ea typeface="Poppins"/>
                <a:cs typeface="Poppins"/>
                <a:sym typeface="Poppins"/>
              </a:rPr>
              <a:t>-er</a:t>
            </a:r>
            <a:r>
              <a:rPr lang="en-US" sz="2800" b="0" i="0" u="none" strike="noStrike" cap="none">
                <a:solidFill>
                  <a:schemeClr val="dk1"/>
                </a:solidFill>
                <a:latin typeface="Poppins"/>
                <a:ea typeface="Poppins"/>
                <a:cs typeface="Poppins"/>
                <a:sym typeface="Poppins"/>
              </a:rPr>
              <a:t> is added.</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000000"/>
                </a:solidFill>
                <a:latin typeface="Poppins"/>
                <a:ea typeface="Poppins"/>
                <a:cs typeface="Poppins"/>
                <a:sym typeface="Poppins"/>
              </a:rPr>
              <a:t>‘</a:t>
            </a:r>
            <a:r>
              <a:rPr lang="en-US" sz="2200" b="0" i="0" u="none" strike="noStrike" cap="none">
                <a:solidFill>
                  <a:srgbClr val="8DC63F"/>
                </a:solidFill>
                <a:latin typeface="Poppins"/>
                <a:ea typeface="Poppins"/>
                <a:cs typeface="Poppins"/>
                <a:sym typeface="Poppins"/>
              </a:rPr>
              <a:t>e</a:t>
            </a:r>
            <a:r>
              <a:rPr lang="en-US" sz="2200" b="0" i="0" u="none" strike="noStrike" cap="none">
                <a:solidFill>
                  <a:srgbClr val="000000"/>
                </a:solidFill>
                <a:latin typeface="Poppins"/>
                <a:ea typeface="Poppins"/>
                <a:cs typeface="Poppins"/>
                <a:sym typeface="Poppins"/>
              </a:rPr>
              <a:t>’</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2356AF"/>
                </a:solidFill>
                <a:latin typeface="Poppins"/>
                <a:ea typeface="Poppins"/>
                <a:cs typeface="Poppins"/>
                <a:sym typeface="Poppins"/>
              </a:rPr>
              <a:t>-er</a:t>
            </a:r>
            <a:endParaRPr sz="2200" b="0" i="0" u="none" strike="noStrike" cap="none">
              <a:solidFill>
                <a:srgbClr val="2356AF"/>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b</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ke</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b</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739845250f_0_4"/>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739845250f_0_4"/>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e</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2356AF"/>
                </a:solidFill>
                <a:latin typeface="Poppins"/>
                <a:ea typeface="Poppins"/>
                <a:cs typeface="Poppins"/>
                <a:sym typeface="Poppins"/>
              </a:rPr>
              <a:t>-er</a:t>
            </a:r>
            <a:endParaRPr sz="2200" b="0" i="0" u="none" strike="noStrike" cap="none">
              <a:solidFill>
                <a:schemeClr val="dk1"/>
              </a:solidFill>
              <a:latin typeface="Poppins"/>
              <a:ea typeface="Poppins"/>
              <a:cs typeface="Poppins"/>
              <a:sym typeface="Poppins"/>
            </a:endParaRPr>
          </a:p>
        </p:txBody>
      </p:sp>
      <p:sp>
        <p:nvSpPr>
          <p:cNvPr id="876" name="Google Shape;876;g2739845250f_0_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7" name="Google Shape;877;g2739845250f_0_4"/>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739845250f_0_4"/>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sh</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ke</a:t>
            </a:r>
            <a:endParaRPr sz="8000" b="0" i="0" u="none" strike="noStrike" cap="none">
              <a:solidFill>
                <a:srgbClr val="000000"/>
              </a:solidFill>
              <a:latin typeface="Jost"/>
              <a:ea typeface="Jost"/>
              <a:cs typeface="Jost"/>
              <a:sym typeface="Jost"/>
            </a:endParaRPr>
          </a:p>
        </p:txBody>
      </p:sp>
      <p:sp>
        <p:nvSpPr>
          <p:cNvPr id="879" name="Google Shape;879;g2739845250f_0_4"/>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sh</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80" name="Google Shape;880;g2739845250f_0_4"/>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739845250f_0_16"/>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739845250f_0_16"/>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e</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2356AF"/>
                </a:solidFill>
                <a:latin typeface="Poppins"/>
                <a:ea typeface="Poppins"/>
                <a:cs typeface="Poppins"/>
                <a:sym typeface="Poppins"/>
              </a:rPr>
              <a:t>-er</a:t>
            </a:r>
            <a:endParaRPr sz="2200" b="0" i="0" u="none" strike="noStrike" cap="none">
              <a:solidFill>
                <a:schemeClr val="dk1"/>
              </a:solidFill>
              <a:latin typeface="Poppins"/>
              <a:ea typeface="Poppins"/>
              <a:cs typeface="Poppins"/>
              <a:sym typeface="Poppins"/>
            </a:endParaRPr>
          </a:p>
        </p:txBody>
      </p:sp>
      <p:sp>
        <p:nvSpPr>
          <p:cNvPr id="888" name="Google Shape;888;g2739845250f_0_1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sp>
        <p:nvSpPr>
          <p:cNvPr id="889" name="Google Shape;889;g2739845250f_0_1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cxnSp>
        <p:nvCxnSpPr>
          <p:cNvPr id="890" name="Google Shape;890;g2739845250f_0_16"/>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1" name="Google Shape;891;g2739845250f_0_16"/>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d</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nce</a:t>
            </a:r>
            <a:endParaRPr sz="8000" b="0" i="0" u="none" strike="noStrike" cap="none">
              <a:solidFill>
                <a:srgbClr val="000000"/>
              </a:solidFill>
              <a:latin typeface="Jost"/>
              <a:ea typeface="Jost"/>
              <a:cs typeface="Jost"/>
              <a:sym typeface="Jost"/>
            </a:endParaRPr>
          </a:p>
        </p:txBody>
      </p:sp>
      <p:sp>
        <p:nvSpPr>
          <p:cNvPr id="892" name="Google Shape;892;g2739845250f_0_16"/>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d</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nc</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93" name="Google Shape;893;g2739845250f_0_16"/>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0" name="Google Shape;90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7" name="Google Shape;90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08" name="Google Shape;90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9" name="Google Shape;909;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7" name="Google Shape;917;g2c4fb7f6616_1_0"/>
          <p:cNvGrpSpPr/>
          <p:nvPr/>
        </p:nvGrpSpPr>
        <p:grpSpPr>
          <a:xfrm>
            <a:off x="-550" y="6984600"/>
            <a:ext cx="8596479" cy="808600"/>
            <a:chOff x="-550" y="6984600"/>
            <a:chExt cx="8596479" cy="808600"/>
          </a:xfrm>
        </p:grpSpPr>
        <p:sp>
          <p:nvSpPr>
            <p:cNvPr id="918" name="Google Shape;918;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9" name="Google Shape;919;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0" name="Google Shape;920;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1" name="Google Shape;921;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2" name="Google Shape;922;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3" name="Google Shape;923;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5" name="Google Shape;925;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6" name="Google Shape;926;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27" name="Google Shape;927;g2c4fb7f6616_1_0"/>
          <p:cNvSpPr/>
          <p:nvPr/>
        </p:nvSpPr>
        <p:spPr>
          <a:xfrm>
            <a:off x="313615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c4fb7f6616_1_0"/>
          <p:cNvSpPr/>
          <p:nvPr/>
        </p:nvSpPr>
        <p:spPr>
          <a:xfrm>
            <a:off x="475759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2897503" y="1308025"/>
            <a:ext cx="10197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b</a:t>
            </a:r>
            <a:endParaRPr sz="12000" b="0" i="0" u="none" strike="noStrike" cap="none">
              <a:solidFill>
                <a:srgbClr val="2356AF"/>
              </a:solidFill>
              <a:latin typeface="Jost"/>
              <a:ea typeface="Jost"/>
              <a:cs typeface="Jost"/>
              <a:sym typeface="Jost"/>
            </a:endParaRPr>
          </a:p>
        </p:txBody>
      </p:sp>
      <p:sp>
        <p:nvSpPr>
          <p:cNvPr id="930" name="Google Shape;930;g2c4fb7f6616_1_0"/>
          <p:cNvSpPr txBox="1"/>
          <p:nvPr/>
        </p:nvSpPr>
        <p:spPr>
          <a:xfrm>
            <a:off x="3702348"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931" name="Google Shape;931;g2c4fb7f6616_1_0"/>
          <p:cNvSpPr txBox="1"/>
          <p:nvPr/>
        </p:nvSpPr>
        <p:spPr>
          <a:xfrm>
            <a:off x="446947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932" name="Google Shape;932;g2c4fb7f6616_1_0"/>
          <p:cNvSpPr txBox="1"/>
          <p:nvPr/>
        </p:nvSpPr>
        <p:spPr>
          <a:xfrm>
            <a:off x="5170997" y="1308025"/>
            <a:ext cx="10755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sp>
        <p:nvSpPr>
          <p:cNvPr id="933" name="Google Shape;933;g2c4fb7f6616_1_0"/>
          <p:cNvSpPr/>
          <p:nvPr/>
        </p:nvSpPr>
        <p:spPr>
          <a:xfrm>
            <a:off x="4010369"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34" name="Google Shape;934;g2c4fb7f6616_1_0"/>
          <p:cNvGrpSpPr/>
          <p:nvPr/>
        </p:nvGrpSpPr>
        <p:grpSpPr>
          <a:xfrm>
            <a:off x="4178099" y="1310075"/>
            <a:ext cx="1582542" cy="401879"/>
            <a:chOff x="3511933" y="1310075"/>
            <a:chExt cx="1582542" cy="401879"/>
          </a:xfrm>
        </p:grpSpPr>
        <p:sp>
          <p:nvSpPr>
            <p:cNvPr id="935" name="Google Shape;935;g2c4fb7f6616_1_0"/>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b7f6616_1_0"/>
            <p:cNvSpPr/>
            <p:nvPr/>
          </p:nvSpPr>
          <p:spPr>
            <a:xfrm>
              <a:off x="3511933" y="1310075"/>
              <a:ext cx="15825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b7f6616_1_0"/>
            <p:cNvSpPr/>
            <p:nvPr/>
          </p:nvSpPr>
          <p:spPr>
            <a:xfrm rot="-5400000">
              <a:off x="48676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ee66cf8888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4" name="Google Shape;944;g2ee66cf8888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45" name="Google Shape;945;g2ee66cf8888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6" name="Google Shape;946;g2ee66cf8888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ee66cf8888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ee66cf8888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ee66cf8888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ee66cf8888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ee66cf8888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ee66cf8888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ee66cf8888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4" name="Google Shape;954;g2ee66cf8888_0_0"/>
          <p:cNvGrpSpPr/>
          <p:nvPr/>
        </p:nvGrpSpPr>
        <p:grpSpPr>
          <a:xfrm>
            <a:off x="-550" y="6984600"/>
            <a:ext cx="8596479" cy="808600"/>
            <a:chOff x="-550" y="6984600"/>
            <a:chExt cx="8596479" cy="808600"/>
          </a:xfrm>
        </p:grpSpPr>
        <p:sp>
          <p:nvSpPr>
            <p:cNvPr id="955" name="Google Shape;955;g2ee66cf8888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6" name="Google Shape;956;g2ee66cf8888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7" name="Google Shape;957;g2ee66cf8888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8" name="Google Shape;958;g2ee66cf8888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9" name="Google Shape;959;g2ee66cf8888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0" name="Google Shape;960;g2ee66cf8888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1" name="Google Shape;961;g2ee66cf8888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2" name="Google Shape;962;g2ee66cf8888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3" name="Google Shape;963;g2ee66cf8888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64" name="Google Shape;964;g2ee66cf8888_0_0"/>
          <p:cNvSpPr/>
          <p:nvPr/>
        </p:nvSpPr>
        <p:spPr>
          <a:xfrm>
            <a:off x="283915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ee66cf8888_0_0"/>
          <p:cNvSpPr/>
          <p:nvPr/>
        </p:nvSpPr>
        <p:spPr>
          <a:xfrm>
            <a:off x="446059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ee66cf8888_0_0"/>
          <p:cNvSpPr txBox="1"/>
          <p:nvPr/>
        </p:nvSpPr>
        <p:spPr>
          <a:xfrm>
            <a:off x="2600504" y="1308025"/>
            <a:ext cx="10197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b</a:t>
            </a:r>
            <a:endParaRPr sz="12000" b="0" i="0" u="none" strike="noStrike" cap="none">
              <a:solidFill>
                <a:srgbClr val="2356AF"/>
              </a:solidFill>
              <a:latin typeface="Jost"/>
              <a:ea typeface="Jost"/>
              <a:cs typeface="Jost"/>
              <a:sym typeface="Jost"/>
            </a:endParaRPr>
          </a:p>
        </p:txBody>
      </p:sp>
      <p:sp>
        <p:nvSpPr>
          <p:cNvPr id="967" name="Google Shape;967;g2ee66cf8888_0_0"/>
          <p:cNvSpPr txBox="1"/>
          <p:nvPr/>
        </p:nvSpPr>
        <p:spPr>
          <a:xfrm>
            <a:off x="3405349"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968" name="Google Shape;968;g2ee66cf8888_0_0"/>
          <p:cNvSpPr txBox="1"/>
          <p:nvPr/>
        </p:nvSpPr>
        <p:spPr>
          <a:xfrm>
            <a:off x="417248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969" name="Google Shape;969;g2ee66cf8888_0_0"/>
          <p:cNvSpPr txBox="1"/>
          <p:nvPr/>
        </p:nvSpPr>
        <p:spPr>
          <a:xfrm>
            <a:off x="4873996" y="1308025"/>
            <a:ext cx="16695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993FA2"/>
                </a:solidFill>
                <a:latin typeface="Jost"/>
                <a:ea typeface="Jost"/>
                <a:cs typeface="Jost"/>
                <a:sym typeface="Jost"/>
              </a:rPr>
              <a:t>er</a:t>
            </a:r>
            <a:endParaRPr sz="12000" b="0" i="0" u="none" strike="noStrike" cap="none">
              <a:solidFill>
                <a:srgbClr val="993FA2"/>
              </a:solidFill>
              <a:latin typeface="Jost"/>
              <a:ea typeface="Jost"/>
              <a:cs typeface="Jost"/>
              <a:sym typeface="Jost"/>
            </a:endParaRPr>
          </a:p>
        </p:txBody>
      </p:sp>
      <p:sp>
        <p:nvSpPr>
          <p:cNvPr id="970" name="Google Shape;970;g2ee66cf8888_0_0"/>
          <p:cNvSpPr/>
          <p:nvPr/>
        </p:nvSpPr>
        <p:spPr>
          <a:xfrm>
            <a:off x="5133750" y="4011900"/>
            <a:ext cx="11502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ee66cf8888_0_0"/>
          <p:cNvSpPr/>
          <p:nvPr/>
        </p:nvSpPr>
        <p:spPr>
          <a:xfrm>
            <a:off x="4879321"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ee66cf8888_0_0"/>
          <p:cNvSpPr/>
          <p:nvPr/>
        </p:nvSpPr>
        <p:spPr>
          <a:xfrm>
            <a:off x="3713370"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73" name="Google Shape;973;g2ee66cf8888_0_0"/>
          <p:cNvGrpSpPr/>
          <p:nvPr/>
        </p:nvGrpSpPr>
        <p:grpSpPr>
          <a:xfrm>
            <a:off x="3881111" y="1310077"/>
            <a:ext cx="1463100" cy="401877"/>
            <a:chOff x="3511943" y="1310077"/>
            <a:chExt cx="1463100" cy="401877"/>
          </a:xfrm>
        </p:grpSpPr>
        <p:sp>
          <p:nvSpPr>
            <p:cNvPr id="974" name="Google Shape;974;g2ee66cf8888_0_0"/>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ee66cf8888_0_0"/>
            <p:cNvSpPr/>
            <p:nvPr/>
          </p:nvSpPr>
          <p:spPr>
            <a:xfrm>
              <a:off x="3511943" y="1310077"/>
              <a:ext cx="14631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ee66cf8888_0_0"/>
            <p:cNvSpPr/>
            <p:nvPr/>
          </p:nvSpPr>
          <p:spPr>
            <a:xfrm rot="-5400000">
              <a:off x="47481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739845250f_0_2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3" name="Google Shape;983;g2739845250f_0_2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84" name="Google Shape;984;g2739845250f_0_2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5" name="Google Shape;985;g2739845250f_0_28"/>
          <p:cNvSpPr txBox="1">
            <a:spLocks noGrp="1"/>
          </p:cNvSpPr>
          <p:nvPr>
            <p:ph type="subTitle" idx="4294967295"/>
          </p:nvPr>
        </p:nvSpPr>
        <p:spPr>
          <a:xfrm>
            <a:off x="2625654" y="1308025"/>
            <a:ext cx="15039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sh</a:t>
            </a:r>
            <a:endParaRPr sz="12000" b="0" i="0" u="none" strike="noStrike" cap="none">
              <a:solidFill>
                <a:srgbClr val="FFD403"/>
              </a:solidFill>
              <a:latin typeface="Jost"/>
              <a:ea typeface="Jost"/>
              <a:cs typeface="Jost"/>
              <a:sym typeface="Jost"/>
            </a:endParaRPr>
          </a:p>
        </p:txBody>
      </p:sp>
      <p:sp>
        <p:nvSpPr>
          <p:cNvPr id="986" name="Google Shape;986;g2739845250f_0_2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739845250f_0_2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739845250f_0_2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739845250f_0_2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739845250f_0_2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739845250f_0_2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739845250f_0_2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739845250f_0_2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4" name="Google Shape;994;g2739845250f_0_28"/>
          <p:cNvGrpSpPr/>
          <p:nvPr/>
        </p:nvGrpSpPr>
        <p:grpSpPr>
          <a:xfrm>
            <a:off x="-550" y="6984600"/>
            <a:ext cx="8596479" cy="808600"/>
            <a:chOff x="-550" y="6984600"/>
            <a:chExt cx="8596479" cy="808600"/>
          </a:xfrm>
        </p:grpSpPr>
        <p:sp>
          <p:nvSpPr>
            <p:cNvPr id="995" name="Google Shape;995;g2739845250f_0_2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6" name="Google Shape;996;g2739845250f_0_2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7" name="Google Shape;997;g2739845250f_0_2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8" name="Google Shape;998;g2739845250f_0_2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9" name="Google Shape;999;g2739845250f_0_2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0" name="Google Shape;1000;g2739845250f_0_2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1" name="Google Shape;1001;g2739845250f_0_2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2" name="Google Shape;1002;g2739845250f_0_2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3" name="Google Shape;1003;g2739845250f_0_2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4" name="Google Shape;1004;g2739845250f_0_28"/>
          <p:cNvSpPr/>
          <p:nvPr/>
        </p:nvSpPr>
        <p:spPr>
          <a:xfrm>
            <a:off x="2760677" y="4011900"/>
            <a:ext cx="1179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5" name="Google Shape;1005;g2739845250f_0_28"/>
          <p:cNvSpPr/>
          <p:nvPr/>
        </p:nvSpPr>
        <p:spPr>
          <a:xfrm>
            <a:off x="501524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739845250f_0_28"/>
          <p:cNvSpPr txBox="1"/>
          <p:nvPr/>
        </p:nvSpPr>
        <p:spPr>
          <a:xfrm>
            <a:off x="3960004"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1007" name="Google Shape;1007;g2739845250f_0_28"/>
          <p:cNvSpPr txBox="1"/>
          <p:nvPr/>
        </p:nvSpPr>
        <p:spPr>
          <a:xfrm>
            <a:off x="472713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1008" name="Google Shape;1008;g2739845250f_0_28"/>
          <p:cNvSpPr/>
          <p:nvPr/>
        </p:nvSpPr>
        <p:spPr>
          <a:xfrm>
            <a:off x="4268025"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739845250f_0_28"/>
          <p:cNvSpPr txBox="1"/>
          <p:nvPr/>
        </p:nvSpPr>
        <p:spPr>
          <a:xfrm>
            <a:off x="5442846" y="1308025"/>
            <a:ext cx="10755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grpSp>
        <p:nvGrpSpPr>
          <p:cNvPr id="1010" name="Google Shape;1010;g2739845250f_0_28"/>
          <p:cNvGrpSpPr/>
          <p:nvPr/>
        </p:nvGrpSpPr>
        <p:grpSpPr>
          <a:xfrm>
            <a:off x="4449948" y="1310075"/>
            <a:ext cx="1582542" cy="401879"/>
            <a:chOff x="3511933" y="1310075"/>
            <a:chExt cx="1582542" cy="401879"/>
          </a:xfrm>
        </p:grpSpPr>
        <p:sp>
          <p:nvSpPr>
            <p:cNvPr id="1011" name="Google Shape;1011;g2739845250f_0_28"/>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739845250f_0_28"/>
            <p:cNvSpPr/>
            <p:nvPr/>
          </p:nvSpPr>
          <p:spPr>
            <a:xfrm>
              <a:off x="3511933" y="1310075"/>
              <a:ext cx="15825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739845250f_0_28"/>
            <p:cNvSpPr/>
            <p:nvPr/>
          </p:nvSpPr>
          <p:spPr>
            <a:xfrm rot="-5400000">
              <a:off x="48676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ee66cf8888_0_3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0" name="Google Shape;1020;g2ee66cf8888_0_3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21" name="Google Shape;1021;g2ee66cf8888_0_3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2" name="Google Shape;1022;g2ee66cf8888_0_38"/>
          <p:cNvSpPr txBox="1">
            <a:spLocks noGrp="1"/>
          </p:cNvSpPr>
          <p:nvPr>
            <p:ph type="subTitle" idx="4294967295"/>
          </p:nvPr>
        </p:nvSpPr>
        <p:spPr>
          <a:xfrm>
            <a:off x="2335752" y="1308025"/>
            <a:ext cx="15039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sh</a:t>
            </a:r>
            <a:endParaRPr sz="12000" b="0" i="0" u="none" strike="noStrike" cap="none">
              <a:solidFill>
                <a:srgbClr val="FFD403"/>
              </a:solidFill>
              <a:latin typeface="Jost"/>
              <a:ea typeface="Jost"/>
              <a:cs typeface="Jost"/>
              <a:sym typeface="Jost"/>
            </a:endParaRPr>
          </a:p>
        </p:txBody>
      </p:sp>
      <p:sp>
        <p:nvSpPr>
          <p:cNvPr id="1023" name="Google Shape;1023;g2ee66cf8888_0_3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ee66cf8888_0_3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5" name="Google Shape;1025;g2ee66cf8888_0_3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ee66cf8888_0_3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7" name="Google Shape;1027;g2ee66cf8888_0_3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ee66cf8888_0_3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9" name="Google Shape;1029;g2ee66cf8888_0_3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0" name="Google Shape;1030;g2ee66cf8888_0_3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1" name="Google Shape;1031;g2ee66cf8888_0_38"/>
          <p:cNvGrpSpPr/>
          <p:nvPr/>
        </p:nvGrpSpPr>
        <p:grpSpPr>
          <a:xfrm>
            <a:off x="-550" y="6984600"/>
            <a:ext cx="8596479" cy="808600"/>
            <a:chOff x="-550" y="6984600"/>
            <a:chExt cx="8596479" cy="808600"/>
          </a:xfrm>
        </p:grpSpPr>
        <p:sp>
          <p:nvSpPr>
            <p:cNvPr id="1032" name="Google Shape;1032;g2ee66cf8888_0_3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3" name="Google Shape;1033;g2ee66cf8888_0_3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4" name="Google Shape;1034;g2ee66cf8888_0_3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5" name="Google Shape;1035;g2ee66cf8888_0_3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6" name="Google Shape;1036;g2ee66cf8888_0_3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7" name="Google Shape;1037;g2ee66cf8888_0_3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8" name="Google Shape;1038;g2ee66cf8888_0_3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9" name="Google Shape;1039;g2ee66cf8888_0_3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0" name="Google Shape;1040;g2ee66cf8888_0_3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41" name="Google Shape;1041;g2ee66cf8888_0_38"/>
          <p:cNvSpPr/>
          <p:nvPr/>
        </p:nvSpPr>
        <p:spPr>
          <a:xfrm>
            <a:off x="2470775" y="4011900"/>
            <a:ext cx="1179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2" name="Google Shape;1042;g2ee66cf8888_0_38"/>
          <p:cNvSpPr/>
          <p:nvPr/>
        </p:nvSpPr>
        <p:spPr>
          <a:xfrm>
            <a:off x="472534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ee66cf8888_0_38"/>
          <p:cNvSpPr txBox="1"/>
          <p:nvPr/>
        </p:nvSpPr>
        <p:spPr>
          <a:xfrm>
            <a:off x="3670101"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1044" name="Google Shape;1044;g2ee66cf8888_0_38"/>
          <p:cNvSpPr txBox="1"/>
          <p:nvPr/>
        </p:nvSpPr>
        <p:spPr>
          <a:xfrm>
            <a:off x="443723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1045" name="Google Shape;1045;g2ee66cf8888_0_38"/>
          <p:cNvSpPr txBox="1"/>
          <p:nvPr/>
        </p:nvSpPr>
        <p:spPr>
          <a:xfrm>
            <a:off x="5138748" y="1308025"/>
            <a:ext cx="16695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993FA2"/>
                </a:solidFill>
                <a:latin typeface="Jost"/>
                <a:ea typeface="Jost"/>
                <a:cs typeface="Jost"/>
                <a:sym typeface="Jost"/>
              </a:rPr>
              <a:t>er</a:t>
            </a:r>
            <a:endParaRPr sz="12000" b="0" i="0" u="none" strike="noStrike" cap="none">
              <a:solidFill>
                <a:srgbClr val="993FA2"/>
              </a:solidFill>
              <a:latin typeface="Jost"/>
              <a:ea typeface="Jost"/>
              <a:cs typeface="Jost"/>
              <a:sym typeface="Jost"/>
            </a:endParaRPr>
          </a:p>
        </p:txBody>
      </p:sp>
      <p:sp>
        <p:nvSpPr>
          <p:cNvPr id="1046" name="Google Shape;1046;g2ee66cf8888_0_38"/>
          <p:cNvSpPr/>
          <p:nvPr/>
        </p:nvSpPr>
        <p:spPr>
          <a:xfrm>
            <a:off x="5398502" y="4011900"/>
            <a:ext cx="11502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7" name="Google Shape;1047;g2ee66cf8888_0_38"/>
          <p:cNvSpPr/>
          <p:nvPr/>
        </p:nvSpPr>
        <p:spPr>
          <a:xfrm>
            <a:off x="514407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ee66cf8888_0_38"/>
          <p:cNvSpPr/>
          <p:nvPr/>
        </p:nvSpPr>
        <p:spPr>
          <a:xfrm>
            <a:off x="3978122"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49" name="Google Shape;1049;g2ee66cf8888_0_38"/>
          <p:cNvGrpSpPr/>
          <p:nvPr/>
        </p:nvGrpSpPr>
        <p:grpSpPr>
          <a:xfrm>
            <a:off x="4145863" y="1310077"/>
            <a:ext cx="1463100" cy="401877"/>
            <a:chOff x="3511943" y="1310077"/>
            <a:chExt cx="1463100" cy="401877"/>
          </a:xfrm>
        </p:grpSpPr>
        <p:sp>
          <p:nvSpPr>
            <p:cNvPr id="1050" name="Google Shape;1050;g2ee66cf8888_0_38"/>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1" name="Google Shape;1051;g2ee66cf8888_0_38"/>
            <p:cNvSpPr/>
            <p:nvPr/>
          </p:nvSpPr>
          <p:spPr>
            <a:xfrm>
              <a:off x="3511943" y="1310077"/>
              <a:ext cx="14631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2" name="Google Shape;1052;g2ee66cf8888_0_38"/>
            <p:cNvSpPr/>
            <p:nvPr/>
          </p:nvSpPr>
          <p:spPr>
            <a:xfrm rot="-5400000">
              <a:off x="47481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9" name="Google Shape;105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grpSp>
        <p:nvGrpSpPr>
          <p:cNvPr id="1065" name="Google Shape;1065;g2dadbbe58d1_1_3"/>
          <p:cNvGrpSpPr/>
          <p:nvPr/>
        </p:nvGrpSpPr>
        <p:grpSpPr>
          <a:xfrm>
            <a:off x="1775356" y="3614075"/>
            <a:ext cx="5575388" cy="1851900"/>
            <a:chOff x="1775356" y="3614075"/>
            <a:chExt cx="5575388" cy="1851900"/>
          </a:xfrm>
        </p:grpSpPr>
        <p:sp>
          <p:nvSpPr>
            <p:cNvPr id="1066" name="Google Shape;1066;g2dadbbe58d1_1_3"/>
            <p:cNvSpPr/>
            <p:nvPr/>
          </p:nvSpPr>
          <p:spPr>
            <a:xfrm flipH="1">
              <a:off x="1775544" y="3629300"/>
              <a:ext cx="55752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7" name="Google Shape;1067;g2dadbbe58d1_1_3"/>
            <p:cNvGrpSpPr/>
            <p:nvPr/>
          </p:nvGrpSpPr>
          <p:grpSpPr>
            <a:xfrm flipH="1">
              <a:off x="1775356" y="4063875"/>
              <a:ext cx="5575318" cy="1170725"/>
              <a:chOff x="1181250" y="4063875"/>
              <a:chExt cx="6781800" cy="1170725"/>
            </a:xfrm>
          </p:grpSpPr>
          <p:cxnSp>
            <p:nvCxnSpPr>
              <p:cNvPr id="1068" name="Google Shape;1068;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9" name="Google Shape;1069;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0" name="Google Shape;1070;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1" name="Google Shape;1071;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72" name="Google Shape;1072;g2dadbbe58d1_1_3"/>
            <p:cNvCxnSpPr/>
            <p:nvPr/>
          </p:nvCxnSpPr>
          <p:spPr>
            <a:xfrm rot="10800000">
              <a:off x="3794782"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73" name="Google Shape;1073;g2dadbbe58d1_1_3"/>
            <p:cNvGrpSpPr/>
            <p:nvPr/>
          </p:nvGrpSpPr>
          <p:grpSpPr>
            <a:xfrm flipH="1">
              <a:off x="5678519" y="3631675"/>
              <a:ext cx="1672225" cy="1828800"/>
              <a:chOff x="2006800" y="3631675"/>
              <a:chExt cx="1672225" cy="1828800"/>
            </a:xfrm>
          </p:grpSpPr>
          <p:sp>
            <p:nvSpPr>
              <p:cNvPr id="1074" name="Google Shape;1074;g2dadbbe58d1_1_3"/>
              <p:cNvSpPr/>
              <p:nvPr/>
            </p:nvSpPr>
            <p:spPr>
              <a:xfrm rot="-5400000">
                <a:off x="1855750" y="3782725"/>
                <a:ext cx="1828800" cy="15267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5" name="Google Shape;1075;g2dadbbe58d1_1_3"/>
              <p:cNvGrpSpPr/>
              <p:nvPr/>
            </p:nvGrpSpPr>
            <p:grpSpPr>
              <a:xfrm>
                <a:off x="3415325" y="4484375"/>
                <a:ext cx="263700" cy="263700"/>
                <a:chOff x="3415325" y="4484375"/>
                <a:chExt cx="263700" cy="263700"/>
              </a:xfrm>
            </p:grpSpPr>
            <p:sp>
              <p:nvSpPr>
                <p:cNvPr id="1076" name="Google Shape;1076;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77" name="Google Shape;1077;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78" name="Google Shape;1078;g2dadbbe58d1_1_3"/>
            <p:cNvCxnSpPr/>
            <p:nvPr/>
          </p:nvCxnSpPr>
          <p:spPr>
            <a:xfrm rot="10800000">
              <a:off x="2781851"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9" name="Google Shape;1079;g2dadbbe58d1_1_3"/>
            <p:cNvCxnSpPr/>
            <p:nvPr/>
          </p:nvCxnSpPr>
          <p:spPr>
            <a:xfrm rot="10800000">
              <a:off x="4807714"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80" name="Google Shape;1080;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81" name="Google Shape;1081;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sp>
        <p:nvSpPr>
          <p:cNvPr id="1082" name="Google Shape;1082;g2dadbbe58d1_1_3"/>
          <p:cNvSpPr txBox="1"/>
          <p:nvPr/>
        </p:nvSpPr>
        <p:spPr>
          <a:xfrm>
            <a:off x="3794794" y="4064350"/>
            <a:ext cx="1012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n</a:t>
            </a:r>
            <a:endParaRPr sz="8500" b="0" i="0" u="none" strike="noStrike" cap="none">
              <a:solidFill>
                <a:srgbClr val="2356AF"/>
              </a:solidFill>
              <a:latin typeface="Jost"/>
              <a:ea typeface="Jost"/>
              <a:cs typeface="Jost"/>
              <a:sym typeface="Jost"/>
            </a:endParaRPr>
          </a:p>
        </p:txBody>
      </p:sp>
      <p:sp>
        <p:nvSpPr>
          <p:cNvPr id="1083" name="Google Shape;1083;g2dadbbe58d1_1_3"/>
          <p:cNvSpPr txBox="1"/>
          <p:nvPr/>
        </p:nvSpPr>
        <p:spPr>
          <a:xfrm>
            <a:off x="2802642" y="4131025"/>
            <a:ext cx="97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7500" b="0" i="0" u="none" strike="noStrike" cap="none">
              <a:solidFill>
                <a:srgbClr val="ED1C24"/>
              </a:solidFill>
              <a:latin typeface="Poppins"/>
              <a:ea typeface="Poppins"/>
              <a:cs typeface="Poppins"/>
              <a:sym typeface="Poppins"/>
            </a:endParaRPr>
          </a:p>
        </p:txBody>
      </p:sp>
      <p:sp>
        <p:nvSpPr>
          <p:cNvPr id="1084" name="Google Shape;1084;g2dadbbe58d1_1_3"/>
          <p:cNvSpPr txBox="1"/>
          <p:nvPr/>
        </p:nvSpPr>
        <p:spPr>
          <a:xfrm>
            <a:off x="5820644" y="4063875"/>
            <a:ext cx="1548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D0CECE"/>
                </a:solidFill>
                <a:latin typeface="Jost"/>
                <a:ea typeface="Jost"/>
                <a:cs typeface="Jost"/>
                <a:sym typeface="Jost"/>
              </a:rPr>
              <a:t>e</a:t>
            </a:r>
            <a:endParaRPr sz="8500" b="0" i="0" u="none" strike="noStrike" cap="none">
              <a:solidFill>
                <a:srgbClr val="D0CECE"/>
              </a:solidFill>
              <a:latin typeface="Jost"/>
              <a:ea typeface="Jost"/>
              <a:cs typeface="Jost"/>
              <a:sym typeface="Jost"/>
            </a:endParaRPr>
          </a:p>
        </p:txBody>
      </p:sp>
      <p:cxnSp>
        <p:nvCxnSpPr>
          <p:cNvPr id="1085" name="Google Shape;1085;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6" name="Google Shape;1086;g2dadbbe58d1_1_3"/>
          <p:cNvSpPr txBox="1"/>
          <p:nvPr/>
        </p:nvSpPr>
        <p:spPr>
          <a:xfrm>
            <a:off x="1780918" y="4064350"/>
            <a:ext cx="97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d</a:t>
            </a:r>
            <a:endParaRPr sz="8500" b="0" i="0" u="none" strike="noStrike" cap="none">
              <a:solidFill>
                <a:srgbClr val="2356AF"/>
              </a:solidFill>
              <a:latin typeface="Jost"/>
              <a:ea typeface="Jost"/>
              <a:cs typeface="Jost"/>
              <a:sym typeface="Jost"/>
            </a:endParaRPr>
          </a:p>
        </p:txBody>
      </p:sp>
      <p:sp>
        <p:nvSpPr>
          <p:cNvPr id="1087" name="Google Shape;1087;g2dadbbe58d1_1_3"/>
          <p:cNvSpPr txBox="1"/>
          <p:nvPr/>
        </p:nvSpPr>
        <p:spPr>
          <a:xfrm>
            <a:off x="4817169" y="4064350"/>
            <a:ext cx="97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c</a:t>
            </a:r>
            <a:endParaRPr sz="8500" b="0" i="0" u="none" strike="noStrike" cap="none">
              <a:solidFill>
                <a:srgbClr val="2356AF"/>
              </a:solidFill>
              <a:latin typeface="Jost"/>
              <a:ea typeface="Jost"/>
              <a:cs typeface="Jost"/>
              <a:sym typeface="Jost"/>
            </a:endParaRPr>
          </a:p>
        </p:txBody>
      </p:sp>
      <p:pic>
        <p:nvPicPr>
          <p:cNvPr id="1088" name="Google Shape;1088;g2dadbbe58d1_1_3"/>
          <p:cNvPicPr preferRelativeResize="0"/>
          <p:nvPr/>
        </p:nvPicPr>
        <p:blipFill rotWithShape="1">
          <a:blip r:embed="rId3">
            <a:alphaModFix/>
          </a:blip>
          <a:srcRect l="38775" r="38775"/>
          <a:stretch/>
        </p:blipFill>
        <p:spPr>
          <a:xfrm>
            <a:off x="3611287" y="598875"/>
            <a:ext cx="1921427" cy="2702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grpSp>
        <p:nvGrpSpPr>
          <p:cNvPr id="1094" name="Google Shape;1094;g274c5a2569d_0_90"/>
          <p:cNvGrpSpPr/>
          <p:nvPr/>
        </p:nvGrpSpPr>
        <p:grpSpPr>
          <a:xfrm>
            <a:off x="1775356" y="3614075"/>
            <a:ext cx="5575388" cy="1851900"/>
            <a:chOff x="1775356" y="3614075"/>
            <a:chExt cx="5575388" cy="1851900"/>
          </a:xfrm>
        </p:grpSpPr>
        <p:sp>
          <p:nvSpPr>
            <p:cNvPr id="1095" name="Google Shape;1095;g274c5a2569d_0_90"/>
            <p:cNvSpPr/>
            <p:nvPr/>
          </p:nvSpPr>
          <p:spPr>
            <a:xfrm flipH="1">
              <a:off x="1775544" y="3629300"/>
              <a:ext cx="55752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96" name="Google Shape;1096;g274c5a2569d_0_90"/>
            <p:cNvGrpSpPr/>
            <p:nvPr/>
          </p:nvGrpSpPr>
          <p:grpSpPr>
            <a:xfrm flipH="1">
              <a:off x="1775356" y="4063875"/>
              <a:ext cx="5575318" cy="1170725"/>
              <a:chOff x="1181250" y="4063875"/>
              <a:chExt cx="6781800" cy="1170725"/>
            </a:xfrm>
          </p:grpSpPr>
          <p:cxnSp>
            <p:nvCxnSpPr>
              <p:cNvPr id="1097" name="Google Shape;1097;g274c5a2569d_0_90"/>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8" name="Google Shape;1098;g274c5a2569d_0_90"/>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9" name="Google Shape;1099;g274c5a2569d_0_90"/>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0" name="Google Shape;1100;g274c5a2569d_0_90"/>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101" name="Google Shape;1101;g274c5a2569d_0_90"/>
            <p:cNvCxnSpPr/>
            <p:nvPr/>
          </p:nvCxnSpPr>
          <p:spPr>
            <a:xfrm rot="10800000">
              <a:off x="3794782"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102" name="Google Shape;1102;g274c5a2569d_0_90"/>
            <p:cNvGrpSpPr/>
            <p:nvPr/>
          </p:nvGrpSpPr>
          <p:grpSpPr>
            <a:xfrm flipH="1">
              <a:off x="5678519" y="3631675"/>
              <a:ext cx="1672225" cy="1828800"/>
              <a:chOff x="2006800" y="3631675"/>
              <a:chExt cx="1672225" cy="1828800"/>
            </a:xfrm>
          </p:grpSpPr>
          <p:sp>
            <p:nvSpPr>
              <p:cNvPr id="1103" name="Google Shape;1103;g274c5a2569d_0_90"/>
              <p:cNvSpPr/>
              <p:nvPr/>
            </p:nvSpPr>
            <p:spPr>
              <a:xfrm rot="-5400000">
                <a:off x="1855750" y="3782725"/>
                <a:ext cx="1828800" cy="15267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04" name="Google Shape;1104;g274c5a2569d_0_90"/>
              <p:cNvGrpSpPr/>
              <p:nvPr/>
            </p:nvGrpSpPr>
            <p:grpSpPr>
              <a:xfrm>
                <a:off x="3415325" y="4484375"/>
                <a:ext cx="263700" cy="263700"/>
                <a:chOff x="3415325" y="4484375"/>
                <a:chExt cx="263700" cy="263700"/>
              </a:xfrm>
            </p:grpSpPr>
            <p:sp>
              <p:nvSpPr>
                <p:cNvPr id="1105" name="Google Shape;1105;g274c5a2569d_0_90"/>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06" name="Google Shape;1106;g274c5a2569d_0_90"/>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107" name="Google Shape;1107;g274c5a2569d_0_90"/>
            <p:cNvCxnSpPr/>
            <p:nvPr/>
          </p:nvCxnSpPr>
          <p:spPr>
            <a:xfrm rot="10800000">
              <a:off x="2781851"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08" name="Google Shape;1108;g274c5a2569d_0_90"/>
            <p:cNvCxnSpPr/>
            <p:nvPr/>
          </p:nvCxnSpPr>
          <p:spPr>
            <a:xfrm rot="10800000">
              <a:off x="4807714"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109" name="Google Shape;1109;g274c5a2569d_0_9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110" name="Google Shape;1110;g274c5a2569d_0_9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sp>
        <p:nvSpPr>
          <p:cNvPr id="1111" name="Google Shape;1111;g274c5a2569d_0_90"/>
          <p:cNvSpPr txBox="1"/>
          <p:nvPr/>
        </p:nvSpPr>
        <p:spPr>
          <a:xfrm>
            <a:off x="3794794" y="4064350"/>
            <a:ext cx="1012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n</a:t>
            </a:r>
            <a:endParaRPr sz="8500" b="0" i="0" u="none" strike="noStrike" cap="none">
              <a:solidFill>
                <a:srgbClr val="2356AF"/>
              </a:solidFill>
              <a:latin typeface="Jost"/>
              <a:ea typeface="Jost"/>
              <a:cs typeface="Jost"/>
              <a:sym typeface="Jost"/>
            </a:endParaRPr>
          </a:p>
        </p:txBody>
      </p:sp>
      <p:sp>
        <p:nvSpPr>
          <p:cNvPr id="1112" name="Google Shape;1112;g274c5a2569d_0_90"/>
          <p:cNvSpPr txBox="1"/>
          <p:nvPr/>
        </p:nvSpPr>
        <p:spPr>
          <a:xfrm>
            <a:off x="2802642" y="4131025"/>
            <a:ext cx="97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7500" b="0" i="0" u="none" strike="noStrike" cap="none">
              <a:solidFill>
                <a:srgbClr val="ED1C24"/>
              </a:solidFill>
              <a:latin typeface="Poppins"/>
              <a:ea typeface="Poppins"/>
              <a:cs typeface="Poppins"/>
              <a:sym typeface="Poppins"/>
            </a:endParaRPr>
          </a:p>
        </p:txBody>
      </p:sp>
      <p:sp>
        <p:nvSpPr>
          <p:cNvPr id="1113" name="Google Shape;1113;g274c5a2569d_0_90"/>
          <p:cNvSpPr txBox="1"/>
          <p:nvPr/>
        </p:nvSpPr>
        <p:spPr>
          <a:xfrm>
            <a:off x="5820644" y="4063875"/>
            <a:ext cx="1548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993FA2"/>
                </a:solidFill>
                <a:latin typeface="Jost"/>
                <a:ea typeface="Jost"/>
                <a:cs typeface="Jost"/>
                <a:sym typeface="Jost"/>
              </a:rPr>
              <a:t>er</a:t>
            </a:r>
            <a:endParaRPr sz="8500" b="0" i="0" u="none" strike="noStrike" cap="none">
              <a:solidFill>
                <a:srgbClr val="993FA2"/>
              </a:solidFill>
              <a:latin typeface="Jost"/>
              <a:ea typeface="Jost"/>
              <a:cs typeface="Jost"/>
              <a:sym typeface="Jost"/>
            </a:endParaRPr>
          </a:p>
        </p:txBody>
      </p:sp>
      <p:cxnSp>
        <p:nvCxnSpPr>
          <p:cNvPr id="1114" name="Google Shape;1114;g274c5a2569d_0_90"/>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15" name="Google Shape;1115;g274c5a2569d_0_90"/>
          <p:cNvSpPr txBox="1"/>
          <p:nvPr/>
        </p:nvSpPr>
        <p:spPr>
          <a:xfrm>
            <a:off x="1780918" y="4064350"/>
            <a:ext cx="97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d</a:t>
            </a:r>
            <a:endParaRPr sz="8500" b="0" i="0" u="none" strike="noStrike" cap="none">
              <a:solidFill>
                <a:srgbClr val="2356AF"/>
              </a:solidFill>
              <a:latin typeface="Jost"/>
              <a:ea typeface="Jost"/>
              <a:cs typeface="Jost"/>
              <a:sym typeface="Jost"/>
            </a:endParaRPr>
          </a:p>
        </p:txBody>
      </p:sp>
      <p:sp>
        <p:nvSpPr>
          <p:cNvPr id="1116" name="Google Shape;1116;g274c5a2569d_0_90"/>
          <p:cNvSpPr txBox="1"/>
          <p:nvPr/>
        </p:nvSpPr>
        <p:spPr>
          <a:xfrm>
            <a:off x="4817169" y="4064350"/>
            <a:ext cx="97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c</a:t>
            </a:r>
            <a:endParaRPr sz="8500" b="0" i="0" u="none" strike="noStrike" cap="none">
              <a:solidFill>
                <a:srgbClr val="2356AF"/>
              </a:solidFill>
              <a:latin typeface="Jost"/>
              <a:ea typeface="Jost"/>
              <a:cs typeface="Jost"/>
              <a:sym typeface="Jost"/>
            </a:endParaRPr>
          </a:p>
        </p:txBody>
      </p:sp>
      <p:pic>
        <p:nvPicPr>
          <p:cNvPr id="1117" name="Google Shape;1117;g274c5a2569d_0_90"/>
          <p:cNvPicPr preferRelativeResize="0"/>
          <p:nvPr/>
        </p:nvPicPr>
        <p:blipFill rotWithShape="1">
          <a:blip r:embed="rId3">
            <a:alphaModFix/>
          </a:blip>
          <a:srcRect l="38775" r="38775"/>
          <a:stretch/>
        </p:blipFill>
        <p:spPr>
          <a:xfrm>
            <a:off x="3611287" y="598875"/>
            <a:ext cx="1921427" cy="2702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4" name="Google Shape;112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5" name="Google Shape;1125;g1f3daf8a844_0_64"/>
          <p:cNvGrpSpPr/>
          <p:nvPr/>
        </p:nvGrpSpPr>
        <p:grpSpPr>
          <a:xfrm>
            <a:off x="3024000" y="209875"/>
            <a:ext cx="3096000" cy="454800"/>
            <a:chOff x="3024000" y="209875"/>
            <a:chExt cx="3096000" cy="454800"/>
          </a:xfrm>
        </p:grpSpPr>
        <p:sp>
          <p:nvSpPr>
            <p:cNvPr id="1126" name="Google Shape;112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7" name="Google Shape;112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8" name="Google Shape;112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9" name="Google Shape;112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0" name="Google Shape;113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1" name="Google Shape;113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2" name="Google Shape;113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3" name="Google Shape;1133;g1f3daf8a844_0_64"/>
          <p:cNvSpPr txBox="1"/>
          <p:nvPr/>
        </p:nvSpPr>
        <p:spPr>
          <a:xfrm>
            <a:off x="6554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34" name="Google Shape;1134;g1f3daf8a844_0_64"/>
          <p:cNvSpPr txBox="1"/>
          <p:nvPr/>
        </p:nvSpPr>
        <p:spPr>
          <a:xfrm>
            <a:off x="1943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35" name="Google Shape;1135;g1f3daf8a844_0_64"/>
          <p:cNvSpPr txBox="1"/>
          <p:nvPr/>
        </p:nvSpPr>
        <p:spPr>
          <a:xfrm>
            <a:off x="5401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36" name="Google Shape;1136;g1f3daf8a844_0_64"/>
          <p:cNvSpPr txBox="1"/>
          <p:nvPr/>
        </p:nvSpPr>
        <p:spPr>
          <a:xfrm>
            <a:off x="5315605" y="218205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7" name="Google Shape;1137;g1f3daf8a844_0_64"/>
          <p:cNvSpPr txBox="1"/>
          <p:nvPr/>
        </p:nvSpPr>
        <p:spPr>
          <a:xfrm>
            <a:off x="41627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38" name="Google Shape;1138;g1f3daf8a844_0_64"/>
          <p:cNvSpPr txBox="1"/>
          <p:nvPr/>
        </p:nvSpPr>
        <p:spPr>
          <a:xfrm>
            <a:off x="30099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9" name="Google Shape;1139;g1f3daf8a844_0_64"/>
          <p:cNvSpPr txBox="1"/>
          <p:nvPr/>
        </p:nvSpPr>
        <p:spPr>
          <a:xfrm>
            <a:off x="4248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40" name="Google Shape;1140;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1" name="Google Shape;1141;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2" name="Google Shape;1142;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3" name="Google Shape;1143;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4" name="Google Shape;1144;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5" name="Google Shape;1145;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6" name="Google Shape;1146;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7" name="Google Shape;1147;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8" name="Google Shape;1148;g1f3daf8a844_0_64"/>
          <p:cNvGrpSpPr/>
          <p:nvPr/>
        </p:nvGrpSpPr>
        <p:grpSpPr>
          <a:xfrm>
            <a:off x="-550" y="6984600"/>
            <a:ext cx="8596479" cy="808600"/>
            <a:chOff x="-550" y="6984600"/>
            <a:chExt cx="8596479" cy="808600"/>
          </a:xfrm>
        </p:grpSpPr>
        <p:sp>
          <p:nvSpPr>
            <p:cNvPr id="1149" name="Google Shape;1149;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50" name="Google Shape;1150;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51" name="Google Shape;1151;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52" name="Google Shape;1152;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53" name="Google Shape;1153;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54" name="Google Shape;1154;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55" name="Google Shape;1155;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56" name="Google Shape;1156;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57" name="Google Shape;1157;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58" name="Google Shape;1158;g1f3daf8a844_0_64"/>
          <p:cNvSpPr txBox="1"/>
          <p:nvPr/>
        </p:nvSpPr>
        <p:spPr>
          <a:xfrm>
            <a:off x="3095952" y="99572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59" name="Google Shape;115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sp>
        <p:nvSpPr>
          <p:cNvPr id="1165" name="Google Shape;1165;g2739845250f_0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6" name="Google Shape;1166;g2739845250f_0_7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7" name="Google Shape;1167;g2739845250f_0_75"/>
          <p:cNvGrpSpPr/>
          <p:nvPr/>
        </p:nvGrpSpPr>
        <p:grpSpPr>
          <a:xfrm>
            <a:off x="3024000" y="209875"/>
            <a:ext cx="3096000" cy="454800"/>
            <a:chOff x="3024000" y="209875"/>
            <a:chExt cx="3096000" cy="454800"/>
          </a:xfrm>
        </p:grpSpPr>
        <p:sp>
          <p:nvSpPr>
            <p:cNvPr id="1168" name="Google Shape;1168;g2739845250f_0_7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9" name="Google Shape;1169;g2739845250f_0_7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70" name="Google Shape;1170;g2739845250f_0_7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71" name="Google Shape;1171;g2739845250f_0_75"/>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ker sh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ker d</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ncer</a:t>
            </a:r>
            <a:endParaRPr sz="1800" b="0" i="0" u="none" strike="noStrike" cap="none">
              <a:solidFill>
                <a:srgbClr val="B7B7B7"/>
              </a:solidFill>
              <a:latin typeface="Jost"/>
              <a:ea typeface="Jost"/>
              <a:cs typeface="Jost"/>
              <a:sym typeface="Jost"/>
            </a:endParaRPr>
          </a:p>
        </p:txBody>
      </p:sp>
      <p:cxnSp>
        <p:nvCxnSpPr>
          <p:cNvPr id="1172" name="Google Shape;1172;g2739845250f_0_7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73" name="Google Shape;1173;g2739845250f_0_7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4" name="Google Shape;1174;g2739845250f_0_7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5" name="Google Shape;1175;g2739845250f_0_7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6" name="Google Shape;1176;g2739845250f_0_7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7" name="Google Shape;1177;g2739845250f_0_75"/>
          <p:cNvSpPr txBox="1"/>
          <p:nvPr/>
        </p:nvSpPr>
        <p:spPr>
          <a:xfrm>
            <a:off x="6554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78" name="Google Shape;1178;g2739845250f_0_75"/>
          <p:cNvSpPr txBox="1"/>
          <p:nvPr/>
        </p:nvSpPr>
        <p:spPr>
          <a:xfrm>
            <a:off x="1943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79" name="Google Shape;1179;g2739845250f_0_75"/>
          <p:cNvSpPr txBox="1"/>
          <p:nvPr/>
        </p:nvSpPr>
        <p:spPr>
          <a:xfrm>
            <a:off x="5401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cxnSp>
        <p:nvCxnSpPr>
          <p:cNvPr id="1180" name="Google Shape;1180;g2739845250f_0_7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81" name="Google Shape;1181;g2739845250f_0_75"/>
          <p:cNvSpPr txBox="1"/>
          <p:nvPr/>
        </p:nvSpPr>
        <p:spPr>
          <a:xfrm>
            <a:off x="5315605" y="218205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2" name="Google Shape;1182;g2739845250f_0_75"/>
          <p:cNvSpPr txBox="1"/>
          <p:nvPr/>
        </p:nvSpPr>
        <p:spPr>
          <a:xfrm>
            <a:off x="41627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83" name="Google Shape;1183;g2739845250f_0_75"/>
          <p:cNvSpPr txBox="1"/>
          <p:nvPr/>
        </p:nvSpPr>
        <p:spPr>
          <a:xfrm>
            <a:off x="30099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4" name="Google Shape;1184;g2739845250f_0_75"/>
          <p:cNvSpPr txBox="1"/>
          <p:nvPr/>
        </p:nvSpPr>
        <p:spPr>
          <a:xfrm>
            <a:off x="4248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85" name="Google Shape;1185;g2739845250f_0_7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6" name="Google Shape;1186;g2739845250f_0_7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7" name="Google Shape;1187;g2739845250f_0_7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8" name="Google Shape;1188;g2739845250f_0_7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9" name="Google Shape;1189;g2739845250f_0_7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90" name="Google Shape;1190;g2739845250f_0_7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1" name="Google Shape;1191;g2739845250f_0_7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2" name="Google Shape;1192;g2739845250f_0_7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93" name="Google Shape;1193;g2739845250f_0_75"/>
          <p:cNvGrpSpPr/>
          <p:nvPr/>
        </p:nvGrpSpPr>
        <p:grpSpPr>
          <a:xfrm>
            <a:off x="-550" y="6984600"/>
            <a:ext cx="8596479" cy="808600"/>
            <a:chOff x="-550" y="6984600"/>
            <a:chExt cx="8596479" cy="808600"/>
          </a:xfrm>
        </p:grpSpPr>
        <p:sp>
          <p:nvSpPr>
            <p:cNvPr id="1194" name="Google Shape;1194;g2739845250f_0_7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95" name="Google Shape;1195;g2739845250f_0_7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96" name="Google Shape;1196;g2739845250f_0_7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97" name="Google Shape;1197;g2739845250f_0_7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98" name="Google Shape;1198;g2739845250f_0_7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99" name="Google Shape;1199;g2739845250f_0_7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200" name="Google Shape;1200;g2739845250f_0_7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201" name="Google Shape;1201;g2739845250f_0_7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202" name="Google Shape;1202;g2739845250f_0_7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203" name="Google Shape;1203;g2739845250f_0_75"/>
          <p:cNvSpPr txBox="1"/>
          <p:nvPr/>
        </p:nvSpPr>
        <p:spPr>
          <a:xfrm>
            <a:off x="3095952" y="99572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453</Words>
  <Application>Microsoft Office PowerPoint</Application>
  <PresentationFormat>On-screen Show (4:3)</PresentationFormat>
  <Paragraphs>169</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Jost</vt:lpstr>
      <vt:lpstr>Poppins</vt:lpstr>
      <vt:lpstr>Arial</vt:lpstr>
      <vt:lpstr>Nunito Black</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2026-06-03T00:54:58Z</dcterms:modified>
</cp:coreProperties>
</file>