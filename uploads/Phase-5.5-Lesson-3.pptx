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Og7yDFyN3KoJSc9X3xT/xdrWN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291F89-DBD4-469C-82D8-4D23696D7038}">
  <a:tblStyle styleId="{F4291F89-DBD4-469C-82D8-4D23696D703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8" name="Google Shape;64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d1c4514974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d1c4514974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d1c4514974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d1c4514974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d1c4514974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d1c4514974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d1c4514974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d1c4514974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d1c4514974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565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/ai/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90592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8" name="Google Shape;18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89" name="Google Shape;18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0" name="Google Shape;190;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1" name="Google Shape;19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2" name="Google Shape;19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3" name="Google Shape;19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4" name="Google Shape;19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5" name="Google Shape;19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7" name="Google Shape;19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8" name="Google Shape;198;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9" name="Google Shape;199;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6" name="Google Shape;20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7" name="Google Shape;207;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9" name="Google Shape;21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0" name="Google Shape;22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1" name="Google Shape;22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2" name="Google Shape;22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3" name="Google Shape;22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6" name="Google Shape;22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7" name="Google Shape;227;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8" name="Google Shape;228;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0" name="Google Shape;230;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1" name="Google Shape;231;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5" name="Google Shape;23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8" name="Google Shape;24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49" name="Google Shape;249;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0" name="Google Shape;250;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4" name="Google Shape;25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5" name="Google Shape;25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6" name="Google Shape;256;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2c157a2fb06_0_53"/>
          <p:cNvGrpSpPr/>
          <p:nvPr/>
        </p:nvGrpSpPr>
        <p:grpSpPr>
          <a:xfrm>
            <a:off x="662575" y="6212475"/>
            <a:ext cx="586800" cy="571500"/>
            <a:chOff x="662575" y="6212475"/>
            <a:chExt cx="586800" cy="571500"/>
          </a:xfrm>
        </p:grpSpPr>
        <p:sp>
          <p:nvSpPr>
            <p:cNvPr id="267" name="Google Shape;26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157a2fb06_0_53"/>
          <p:cNvGrpSpPr/>
          <p:nvPr/>
        </p:nvGrpSpPr>
        <p:grpSpPr>
          <a:xfrm>
            <a:off x="7894350" y="6212475"/>
            <a:ext cx="586800" cy="571500"/>
            <a:chOff x="7894350" y="6212475"/>
            <a:chExt cx="586800" cy="571500"/>
          </a:xfrm>
        </p:grpSpPr>
        <p:sp>
          <p:nvSpPr>
            <p:cNvPr id="271" name="Google Shape;27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4"/>
        <p:cNvGrpSpPr/>
        <p:nvPr/>
      </p:nvGrpSpPr>
      <p:grpSpPr>
        <a:xfrm>
          <a:off x="0" y="0"/>
          <a:ext cx="0" cy="0"/>
          <a:chOff x="0" y="0"/>
          <a:chExt cx="0" cy="0"/>
        </a:xfrm>
      </p:grpSpPr>
      <p:pic>
        <p:nvPicPr>
          <p:cNvPr id="275" name="Google Shape;27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6" name="Google Shape;2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7" name="Google Shape;2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8" name="Google Shape;278;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79" name="Google Shape;279;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3" name="Google Shape;2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4" name="Google Shape;284;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158"/>
          <p:cNvGrpSpPr/>
          <p:nvPr/>
        </p:nvGrpSpPr>
        <p:grpSpPr>
          <a:xfrm>
            <a:off x="662575" y="6212475"/>
            <a:ext cx="586800" cy="571500"/>
            <a:chOff x="662575" y="6212475"/>
            <a:chExt cx="586800" cy="571500"/>
          </a:xfrm>
        </p:grpSpPr>
        <p:sp>
          <p:nvSpPr>
            <p:cNvPr id="295" name="Google Shape;29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158"/>
          <p:cNvGrpSpPr/>
          <p:nvPr/>
        </p:nvGrpSpPr>
        <p:grpSpPr>
          <a:xfrm>
            <a:off x="7894350" y="6212475"/>
            <a:ext cx="586800" cy="571500"/>
            <a:chOff x="7894350" y="6212475"/>
            <a:chExt cx="586800" cy="571500"/>
          </a:xfrm>
        </p:grpSpPr>
        <p:sp>
          <p:nvSpPr>
            <p:cNvPr id="299" name="Google Shape;29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2"/>
        <p:cNvGrpSpPr/>
        <p:nvPr/>
      </p:nvGrpSpPr>
      <p:grpSpPr>
        <a:xfrm>
          <a:off x="0" y="0"/>
          <a:ext cx="0" cy="0"/>
          <a:chOff x="0" y="0"/>
          <a:chExt cx="0" cy="0"/>
        </a:xfrm>
      </p:grpSpPr>
      <p:sp>
        <p:nvSpPr>
          <p:cNvPr id="303" name="Google Shape;30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4" name="Google Shape;30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5" name="Google Shape;30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a:spLocks noGrp="1"/>
          </p:cNvSpPr>
          <p:nvPr>
            <p:ph type="pic" idx="5"/>
          </p:nvPr>
        </p:nvSpPr>
        <p:spPr>
          <a:xfrm>
            <a:off x="5086375" y="4412425"/>
            <a:ext cx="2668800" cy="1291500"/>
          </a:xfrm>
          <a:prstGeom prst="rect">
            <a:avLst/>
          </a:prstGeom>
          <a:noFill/>
          <a:ln>
            <a:noFill/>
          </a:ln>
        </p:spPr>
      </p:sp>
      <p:sp>
        <p:nvSpPr>
          <p:cNvPr id="310" name="Google Shape;310;g2c157a2fb06_0_263"/>
          <p:cNvSpPr>
            <a:spLocks noGrp="1"/>
          </p:cNvSpPr>
          <p:nvPr>
            <p:ph type="pic" idx="6"/>
          </p:nvPr>
        </p:nvSpPr>
        <p:spPr>
          <a:xfrm>
            <a:off x="5086375" y="797675"/>
            <a:ext cx="2668800" cy="1291500"/>
          </a:xfrm>
          <a:prstGeom prst="rect">
            <a:avLst/>
          </a:prstGeom>
          <a:noFill/>
          <a:ln>
            <a:noFill/>
          </a:ln>
        </p:spPr>
      </p:sp>
      <p:sp>
        <p:nvSpPr>
          <p:cNvPr id="311" name="Google Shape;311;g2c157a2fb06_0_263"/>
          <p:cNvSpPr>
            <a:spLocks noGrp="1"/>
          </p:cNvSpPr>
          <p:nvPr>
            <p:ph type="pic" idx="7"/>
          </p:nvPr>
        </p:nvSpPr>
        <p:spPr>
          <a:xfrm>
            <a:off x="5086375" y="2002592"/>
            <a:ext cx="2668800" cy="1291500"/>
          </a:xfrm>
          <a:prstGeom prst="rect">
            <a:avLst/>
          </a:prstGeom>
          <a:noFill/>
          <a:ln>
            <a:noFill/>
          </a:ln>
        </p:spPr>
      </p:sp>
      <p:sp>
        <p:nvSpPr>
          <p:cNvPr id="312" name="Google Shape;312;g2c157a2fb06_0_263"/>
          <p:cNvSpPr>
            <a:spLocks noGrp="1"/>
          </p:cNvSpPr>
          <p:nvPr>
            <p:ph type="pic" idx="8"/>
          </p:nvPr>
        </p:nvSpPr>
        <p:spPr>
          <a:xfrm>
            <a:off x="5086375" y="3207508"/>
            <a:ext cx="2668800" cy="1291500"/>
          </a:xfrm>
          <a:prstGeom prst="rect">
            <a:avLst/>
          </a:prstGeom>
          <a:noFill/>
          <a:ln>
            <a:noFill/>
          </a:ln>
        </p:spPr>
      </p:sp>
      <p:sp>
        <p:nvSpPr>
          <p:cNvPr id="313" name="Google Shape;31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5" name="Google Shape;315;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7" name="Google Shape;317;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2" name="Google Shape;32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3" name="Google Shape;323;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5" name="Google Shape;325;g2c157a2fb06_0_263"/>
          <p:cNvGrpSpPr/>
          <p:nvPr/>
        </p:nvGrpSpPr>
        <p:grpSpPr>
          <a:xfrm>
            <a:off x="662575" y="6212475"/>
            <a:ext cx="586800" cy="571500"/>
            <a:chOff x="662575" y="6212475"/>
            <a:chExt cx="586800" cy="571500"/>
          </a:xfrm>
        </p:grpSpPr>
        <p:sp>
          <p:nvSpPr>
            <p:cNvPr id="326" name="Google Shape;32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9" name="Google Shape;329;g2c157a2fb06_0_263"/>
          <p:cNvGrpSpPr/>
          <p:nvPr/>
        </p:nvGrpSpPr>
        <p:grpSpPr>
          <a:xfrm>
            <a:off x="7894350" y="6212475"/>
            <a:ext cx="586800" cy="571500"/>
            <a:chOff x="7894350" y="6212475"/>
            <a:chExt cx="586800" cy="571500"/>
          </a:xfrm>
        </p:grpSpPr>
        <p:sp>
          <p:nvSpPr>
            <p:cNvPr id="330" name="Google Shape;33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3"/>
        <p:cNvGrpSpPr/>
        <p:nvPr/>
      </p:nvGrpSpPr>
      <p:grpSpPr>
        <a:xfrm>
          <a:off x="0" y="0"/>
          <a:ext cx="0" cy="0"/>
          <a:chOff x="0" y="0"/>
          <a:chExt cx="0" cy="0"/>
        </a:xfrm>
      </p:grpSpPr>
      <p:cxnSp>
        <p:nvCxnSpPr>
          <p:cNvPr id="334" name="Google Shape;33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5" name="Google Shape;33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7" name="Google Shape;33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8" name="Google Shape;33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39" name="Google Shape;33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1" name="Google Shape;341;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3" name="Google Shape;343;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4" name="Google Shape;344;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8" name="Google Shape;34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49" name="Google Shape;349;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1" name="Google Shape;351;g2c157a2fb06_0_467"/>
          <p:cNvGrpSpPr/>
          <p:nvPr/>
        </p:nvGrpSpPr>
        <p:grpSpPr>
          <a:xfrm>
            <a:off x="662575" y="6212475"/>
            <a:ext cx="586800" cy="571500"/>
            <a:chOff x="662575" y="6212475"/>
            <a:chExt cx="586800" cy="571500"/>
          </a:xfrm>
        </p:grpSpPr>
        <p:sp>
          <p:nvSpPr>
            <p:cNvPr id="352" name="Google Shape;35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467"/>
          <p:cNvGrpSpPr/>
          <p:nvPr/>
        </p:nvGrpSpPr>
        <p:grpSpPr>
          <a:xfrm>
            <a:off x="7894350" y="6212475"/>
            <a:ext cx="586800" cy="571500"/>
            <a:chOff x="7894350" y="6212475"/>
            <a:chExt cx="586800" cy="571500"/>
          </a:xfrm>
        </p:grpSpPr>
        <p:sp>
          <p:nvSpPr>
            <p:cNvPr id="356" name="Google Shape;35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59"/>
        <p:cNvGrpSpPr/>
        <p:nvPr/>
      </p:nvGrpSpPr>
      <p:grpSpPr>
        <a:xfrm>
          <a:off x="0" y="0"/>
          <a:ext cx="0" cy="0"/>
          <a:chOff x="0" y="0"/>
          <a:chExt cx="0" cy="0"/>
        </a:xfrm>
      </p:grpSpPr>
      <p:cxnSp>
        <p:nvCxnSpPr>
          <p:cNvPr id="360" name="Google Shape;36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4" name="Google Shape;364;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5" name="Google Shape;365;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7" name="Google Shape;367;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9" name="Google Shape;369;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0" name="Google Shape;370;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3" name="Google Shape;37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5" name="Google Shape;375;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7" name="Google Shape;377;g2c157a2fb06_0_629"/>
          <p:cNvGrpSpPr/>
          <p:nvPr/>
        </p:nvGrpSpPr>
        <p:grpSpPr>
          <a:xfrm>
            <a:off x="662575" y="6212475"/>
            <a:ext cx="586800" cy="571500"/>
            <a:chOff x="662575" y="6212475"/>
            <a:chExt cx="586800" cy="571500"/>
          </a:xfrm>
        </p:grpSpPr>
        <p:sp>
          <p:nvSpPr>
            <p:cNvPr id="378" name="Google Shape;378;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629"/>
          <p:cNvGrpSpPr/>
          <p:nvPr/>
        </p:nvGrpSpPr>
        <p:grpSpPr>
          <a:xfrm>
            <a:off x="7894350" y="6212475"/>
            <a:ext cx="586800" cy="571500"/>
            <a:chOff x="7894350" y="6212475"/>
            <a:chExt cx="586800" cy="571500"/>
          </a:xfrm>
        </p:grpSpPr>
        <p:sp>
          <p:nvSpPr>
            <p:cNvPr id="382" name="Google Shape;382;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5"/>
        <p:cNvGrpSpPr/>
        <p:nvPr/>
      </p:nvGrpSpPr>
      <p:grpSpPr>
        <a:xfrm>
          <a:off x="0" y="0"/>
          <a:ext cx="0" cy="0"/>
          <a:chOff x="0" y="0"/>
          <a:chExt cx="0" cy="0"/>
        </a:xfrm>
      </p:grpSpPr>
      <p:cxnSp>
        <p:nvCxnSpPr>
          <p:cNvPr id="386" name="Google Shape;38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7" name="Google Shape;38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9" name="Google Shape;38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4" name="Google Shape;394;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6" name="Google Shape;396;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7" name="Google Shape;397;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0" name="Google Shape;40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1" name="Google Shape;40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2" name="Google Shape;402;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4" name="Google Shape;404;g2c157a2fb06_0_798"/>
          <p:cNvGrpSpPr/>
          <p:nvPr/>
        </p:nvGrpSpPr>
        <p:grpSpPr>
          <a:xfrm>
            <a:off x="662575" y="6212475"/>
            <a:ext cx="586800" cy="571500"/>
            <a:chOff x="662575" y="6212475"/>
            <a:chExt cx="586800" cy="571500"/>
          </a:xfrm>
        </p:grpSpPr>
        <p:sp>
          <p:nvSpPr>
            <p:cNvPr id="405" name="Google Shape;40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798"/>
          <p:cNvGrpSpPr/>
          <p:nvPr/>
        </p:nvGrpSpPr>
        <p:grpSpPr>
          <a:xfrm>
            <a:off x="7894350" y="6212475"/>
            <a:ext cx="586800" cy="571500"/>
            <a:chOff x="7894350" y="6212475"/>
            <a:chExt cx="586800" cy="571500"/>
          </a:xfrm>
        </p:grpSpPr>
        <p:sp>
          <p:nvSpPr>
            <p:cNvPr id="409" name="Google Shape;40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2"/>
        <p:cNvGrpSpPr/>
        <p:nvPr/>
      </p:nvGrpSpPr>
      <p:grpSpPr>
        <a:xfrm>
          <a:off x="0" y="0"/>
          <a:ext cx="0" cy="0"/>
          <a:chOff x="0" y="0"/>
          <a:chExt cx="0" cy="0"/>
        </a:xfrm>
      </p:grpSpPr>
      <p:cxnSp>
        <p:nvCxnSpPr>
          <p:cNvPr id="413" name="Google Shape;41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19" name="Google Shape;41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1" name="Google Shape;421;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3" name="Google Shape;423;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7" name="Google Shape;42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8" name="Google Shape;42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29" name="Google Shape;429;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1" name="Google Shape;431;g2c157a2fb06_0_825"/>
          <p:cNvGrpSpPr/>
          <p:nvPr/>
        </p:nvGrpSpPr>
        <p:grpSpPr>
          <a:xfrm>
            <a:off x="662575" y="6212475"/>
            <a:ext cx="586800" cy="571500"/>
            <a:chOff x="662575" y="6212475"/>
            <a:chExt cx="586800" cy="571500"/>
          </a:xfrm>
        </p:grpSpPr>
        <p:sp>
          <p:nvSpPr>
            <p:cNvPr id="432" name="Google Shape;43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825"/>
          <p:cNvGrpSpPr/>
          <p:nvPr/>
        </p:nvGrpSpPr>
        <p:grpSpPr>
          <a:xfrm>
            <a:off x="7894350" y="6212475"/>
            <a:ext cx="586800" cy="571500"/>
            <a:chOff x="7894350" y="6212475"/>
            <a:chExt cx="586800" cy="571500"/>
          </a:xfrm>
        </p:grpSpPr>
        <p:sp>
          <p:nvSpPr>
            <p:cNvPr id="436" name="Google Shape;43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39"/>
        <p:cNvGrpSpPr/>
        <p:nvPr/>
      </p:nvGrpSpPr>
      <p:grpSpPr>
        <a:xfrm>
          <a:off x="0" y="0"/>
          <a:ext cx="0" cy="0"/>
          <a:chOff x="0" y="0"/>
          <a:chExt cx="0" cy="0"/>
        </a:xfrm>
      </p:grpSpPr>
      <p:sp>
        <p:nvSpPr>
          <p:cNvPr id="440" name="Google Shape;44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4" name="Google Shape;44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6" name="Google Shape;446;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9" name="Google Shape;45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0" name="Google Shape;460;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2" name="Google Shape;462;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6" name="Google Shape;46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7" name="Google Shape;46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8" name="Google Shape;468;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0" name="Google Shape;470;g2c157a2fb06_0_700"/>
          <p:cNvGrpSpPr/>
          <p:nvPr/>
        </p:nvGrpSpPr>
        <p:grpSpPr>
          <a:xfrm>
            <a:off x="662575" y="6212475"/>
            <a:ext cx="586800" cy="571500"/>
            <a:chOff x="662575" y="6212475"/>
            <a:chExt cx="586800" cy="571500"/>
          </a:xfrm>
        </p:grpSpPr>
        <p:sp>
          <p:nvSpPr>
            <p:cNvPr id="471" name="Google Shape;47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4" name="Google Shape;474;g2c157a2fb06_0_700"/>
          <p:cNvGrpSpPr/>
          <p:nvPr/>
        </p:nvGrpSpPr>
        <p:grpSpPr>
          <a:xfrm>
            <a:off x="7894350" y="6212475"/>
            <a:ext cx="586800" cy="571500"/>
            <a:chOff x="7894350" y="6212475"/>
            <a:chExt cx="586800" cy="571500"/>
          </a:xfrm>
        </p:grpSpPr>
        <p:sp>
          <p:nvSpPr>
            <p:cNvPr id="475" name="Google Shape;47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8"/>
        <p:cNvGrpSpPr/>
        <p:nvPr/>
      </p:nvGrpSpPr>
      <p:grpSpPr>
        <a:xfrm>
          <a:off x="0" y="0"/>
          <a:ext cx="0" cy="0"/>
          <a:chOff x="0" y="0"/>
          <a:chExt cx="0" cy="0"/>
        </a:xfrm>
      </p:grpSpPr>
      <p:sp>
        <p:nvSpPr>
          <p:cNvPr id="479" name="Google Shape;47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0" name="Google Shape;48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1" name="Google Shape;48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8" name="Google Shape;48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9" name="Google Shape;48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0" name="Google Shape;490;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1" name="Google Shape;491;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1" name="Google Shape;501;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6" name="Google Shape;50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7" name="Google Shape;507;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09" name="Google Shape;509;g2c157a2fb06_0_932"/>
          <p:cNvGrpSpPr/>
          <p:nvPr/>
        </p:nvGrpSpPr>
        <p:grpSpPr>
          <a:xfrm>
            <a:off x="662575" y="6212475"/>
            <a:ext cx="586800" cy="571500"/>
            <a:chOff x="662575" y="6212475"/>
            <a:chExt cx="586800" cy="571500"/>
          </a:xfrm>
        </p:grpSpPr>
        <p:sp>
          <p:nvSpPr>
            <p:cNvPr id="510" name="Google Shape;51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932"/>
          <p:cNvGrpSpPr/>
          <p:nvPr/>
        </p:nvGrpSpPr>
        <p:grpSpPr>
          <a:xfrm>
            <a:off x="7894350" y="6212475"/>
            <a:ext cx="586800" cy="571500"/>
            <a:chOff x="7894350" y="6212475"/>
            <a:chExt cx="586800" cy="571500"/>
          </a:xfrm>
        </p:grpSpPr>
        <p:sp>
          <p:nvSpPr>
            <p:cNvPr id="514" name="Google Shape;51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7"/>
        <p:cNvGrpSpPr/>
        <p:nvPr/>
      </p:nvGrpSpPr>
      <p:grpSpPr>
        <a:xfrm>
          <a:off x="0" y="0"/>
          <a:ext cx="0" cy="0"/>
          <a:chOff x="0" y="0"/>
          <a:chExt cx="0" cy="0"/>
        </a:xfrm>
      </p:grpSpPr>
      <p:cxnSp>
        <p:nvCxnSpPr>
          <p:cNvPr id="518" name="Google Shape;51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19" name="Google Shape;51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0" name="Google Shape;52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0" name="Google Shape;53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1" name="Google Shape;531;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3" name="Google Shape;53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4" name="Google Shape;53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5" name="Google Shape;535;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2" name="Google Shape;54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3" name="Google Shape;543;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5" name="Google Shape;545;g2c157a2fb06_0_1045"/>
          <p:cNvGrpSpPr/>
          <p:nvPr/>
        </p:nvGrpSpPr>
        <p:grpSpPr>
          <a:xfrm>
            <a:off x="662575" y="6212475"/>
            <a:ext cx="586800" cy="571500"/>
            <a:chOff x="662575" y="6212475"/>
            <a:chExt cx="586800" cy="571500"/>
          </a:xfrm>
        </p:grpSpPr>
        <p:sp>
          <p:nvSpPr>
            <p:cNvPr id="546" name="Google Shape;54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1045"/>
          <p:cNvGrpSpPr/>
          <p:nvPr/>
        </p:nvGrpSpPr>
        <p:grpSpPr>
          <a:xfrm>
            <a:off x="7894350" y="6212475"/>
            <a:ext cx="586800" cy="571500"/>
            <a:chOff x="7894350" y="6212475"/>
            <a:chExt cx="586800" cy="571500"/>
          </a:xfrm>
        </p:grpSpPr>
        <p:sp>
          <p:nvSpPr>
            <p:cNvPr id="550" name="Google Shape;55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3"/>
        <p:cNvGrpSpPr/>
        <p:nvPr/>
      </p:nvGrpSpPr>
      <p:grpSpPr>
        <a:xfrm>
          <a:off x="0" y="0"/>
          <a:ext cx="0" cy="0"/>
          <a:chOff x="0" y="0"/>
          <a:chExt cx="0" cy="0"/>
        </a:xfrm>
      </p:grpSpPr>
      <p:sp>
        <p:nvSpPr>
          <p:cNvPr id="554" name="Google Shape;55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5" name="Google Shape;55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6" name="Google Shape;556;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7" name="Google Shape;557;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0" name="Google Shape;560;g2c157a2fb06_0_1110"/>
          <p:cNvGrpSpPr/>
          <p:nvPr/>
        </p:nvGrpSpPr>
        <p:grpSpPr>
          <a:xfrm>
            <a:off x="5806200" y="1807463"/>
            <a:ext cx="756300" cy="146700"/>
            <a:chOff x="5806200" y="1807463"/>
            <a:chExt cx="756300" cy="146700"/>
          </a:xfrm>
        </p:grpSpPr>
        <p:sp>
          <p:nvSpPr>
            <p:cNvPr id="561" name="Google Shape;56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4" name="Google Shape;56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6" name="Google Shape;566;g2c157a2fb06_0_1110"/>
          <p:cNvGrpSpPr/>
          <p:nvPr/>
        </p:nvGrpSpPr>
        <p:grpSpPr>
          <a:xfrm>
            <a:off x="5806200" y="2842438"/>
            <a:ext cx="756300" cy="146700"/>
            <a:chOff x="5806200" y="1807463"/>
            <a:chExt cx="756300" cy="146700"/>
          </a:xfrm>
        </p:grpSpPr>
        <p:sp>
          <p:nvSpPr>
            <p:cNvPr id="567" name="Google Shape;567;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110"/>
          <p:cNvGrpSpPr/>
          <p:nvPr/>
        </p:nvGrpSpPr>
        <p:grpSpPr>
          <a:xfrm>
            <a:off x="5806200" y="3877413"/>
            <a:ext cx="756300" cy="146700"/>
            <a:chOff x="5806200" y="1807463"/>
            <a:chExt cx="756300" cy="146700"/>
          </a:xfrm>
        </p:grpSpPr>
        <p:sp>
          <p:nvSpPr>
            <p:cNvPr id="571" name="Google Shape;57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6" name="Google Shape;576;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0" name="Google Shape;58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1" name="Google Shape;58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2" name="Google Shape;582;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4" name="Google Shape;584;g2c157a2fb06_0_1110"/>
          <p:cNvGrpSpPr/>
          <p:nvPr/>
        </p:nvGrpSpPr>
        <p:grpSpPr>
          <a:xfrm>
            <a:off x="662575" y="6212475"/>
            <a:ext cx="586800" cy="571500"/>
            <a:chOff x="662575" y="6212475"/>
            <a:chExt cx="586800" cy="571500"/>
          </a:xfrm>
        </p:grpSpPr>
        <p:sp>
          <p:nvSpPr>
            <p:cNvPr id="585" name="Google Shape;58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7894350" y="6212475"/>
            <a:ext cx="586800" cy="571500"/>
            <a:chOff x="7894350" y="6212475"/>
            <a:chExt cx="586800" cy="571500"/>
          </a:xfrm>
        </p:grpSpPr>
        <p:sp>
          <p:nvSpPr>
            <p:cNvPr id="589" name="Google Shape;58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2"/>
        <p:cNvGrpSpPr/>
        <p:nvPr/>
      </p:nvGrpSpPr>
      <p:grpSpPr>
        <a:xfrm>
          <a:off x="0" y="0"/>
          <a:ext cx="0" cy="0"/>
          <a:chOff x="0" y="0"/>
          <a:chExt cx="0" cy="0"/>
        </a:xfrm>
      </p:grpSpPr>
      <p:sp>
        <p:nvSpPr>
          <p:cNvPr id="593" name="Google Shape;59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7" name="Google Shape;59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0" name="Google Shape;60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6" name="Google Shape;606;p30"/>
          <p:cNvGrpSpPr/>
          <p:nvPr/>
        </p:nvGrpSpPr>
        <p:grpSpPr>
          <a:xfrm>
            <a:off x="6022940" y="5341706"/>
            <a:ext cx="594501" cy="305904"/>
            <a:chOff x="5672081" y="1914352"/>
            <a:chExt cx="792668" cy="305904"/>
          </a:xfrm>
        </p:grpSpPr>
        <p:sp>
          <p:nvSpPr>
            <p:cNvPr id="607" name="Google Shape;60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9" name="Google Shape;60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0" name="Google Shape;61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8" name="Google Shape;61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19" name="Google Shape;61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7" name="Google Shape;62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3" name="Google Shape;63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6" name="Google Shape;63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7" name="Google Shape;63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8"/>
        <p:cNvGrpSpPr/>
        <p:nvPr/>
      </p:nvGrpSpPr>
      <p:grpSpPr>
        <a:xfrm>
          <a:off x="0" y="0"/>
          <a:ext cx="0" cy="0"/>
          <a:chOff x="0" y="0"/>
          <a:chExt cx="0" cy="0"/>
        </a:xfrm>
      </p:grpSpPr>
      <p:sp>
        <p:nvSpPr>
          <p:cNvPr id="639" name="Google Shape;63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0" name="Google Shape;64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1" name="Google Shape;64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2"/>
        <p:cNvGrpSpPr/>
        <p:nvPr/>
      </p:nvGrpSpPr>
      <p:grpSpPr>
        <a:xfrm>
          <a:off x="0" y="0"/>
          <a:ext cx="0" cy="0"/>
          <a:chOff x="0" y="0"/>
          <a:chExt cx="0" cy="0"/>
        </a:xfrm>
      </p:grpSpPr>
      <p:sp>
        <p:nvSpPr>
          <p:cNvPr id="643" name="Google Shape;64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4" name="Google Shape;64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5" name="Google Shape;64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6.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30.png"/><Relationship Id="rId26" Type="http://schemas.openxmlformats.org/officeDocument/2006/relationships/image" Target="../media/image138.png"/><Relationship Id="rId3" Type="http://schemas.openxmlformats.org/officeDocument/2006/relationships/image" Target="../media/image115.png"/><Relationship Id="rId21" Type="http://schemas.openxmlformats.org/officeDocument/2006/relationships/image" Target="../media/image133.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9.png"/><Relationship Id="rId25" Type="http://schemas.openxmlformats.org/officeDocument/2006/relationships/image" Target="../media/image137.png"/><Relationship Id="rId2" Type="http://schemas.openxmlformats.org/officeDocument/2006/relationships/notesSlide" Target="../notesSlides/notesSlide7.xml"/><Relationship Id="rId16" Type="http://schemas.openxmlformats.org/officeDocument/2006/relationships/image" Target="../media/image128.png"/><Relationship Id="rId20" Type="http://schemas.openxmlformats.org/officeDocument/2006/relationships/image" Target="../media/image132.png"/><Relationship Id="rId29"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24" Type="http://schemas.openxmlformats.org/officeDocument/2006/relationships/image" Target="../media/image136.png"/><Relationship Id="rId5" Type="http://schemas.openxmlformats.org/officeDocument/2006/relationships/image" Target="../media/image117.png"/><Relationship Id="rId15" Type="http://schemas.openxmlformats.org/officeDocument/2006/relationships/image" Target="../media/image127.png"/><Relationship Id="rId23" Type="http://schemas.openxmlformats.org/officeDocument/2006/relationships/image" Target="../media/image135.png"/><Relationship Id="rId28" Type="http://schemas.openxmlformats.org/officeDocument/2006/relationships/image" Target="../media/image140.png"/><Relationship Id="rId10" Type="http://schemas.openxmlformats.org/officeDocument/2006/relationships/image" Target="../media/image122.png"/><Relationship Id="rId19" Type="http://schemas.openxmlformats.org/officeDocument/2006/relationships/image" Target="../media/image131.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4.png"/><Relationship Id="rId27" Type="http://schemas.openxmlformats.org/officeDocument/2006/relationships/image" Target="../media/image139.png"/><Relationship Id="rId30" Type="http://schemas.openxmlformats.org/officeDocument/2006/relationships/image" Target="../media/image142.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9.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9.xml"/><Relationship Id="rId16"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5" Type="http://schemas.openxmlformats.org/officeDocument/2006/relationships/image" Target="../media/image16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/ai/; </a:t>
            </a:r>
            <a:br>
              <a:rPr lang="en-US" sz="3000"/>
            </a:br>
            <a:r>
              <a:rPr lang="en-US" sz="3000"/>
              <a:t>a</a:t>
            </a:r>
            <a:endParaRPr sz="3000"/>
          </a:p>
        </p:txBody>
      </p:sp>
      <p:sp>
        <p:nvSpPr>
          <p:cNvPr id="651" name="Google Shape;651;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a:t>
            </a:r>
            <a:endParaRPr/>
          </a:p>
        </p:txBody>
      </p:sp>
      <p:pic>
        <p:nvPicPr>
          <p:cNvPr id="652" name="Google Shape;652;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3" name="Google Shape;653;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4" name="Google Shape;654;p1"/>
          <p:cNvGraphicFramePr/>
          <p:nvPr/>
        </p:nvGraphicFramePr>
        <p:xfrm>
          <a:off x="4844200" y="1646527"/>
          <a:ext cx="3784875" cy="2032200"/>
        </p:xfrm>
        <a:graphic>
          <a:graphicData uri="http://schemas.openxmlformats.org/drawingml/2006/table">
            <a:tbl>
              <a:tblPr firstRow="1" bandRow="1">
                <a:noFill/>
                <a:tableStyleId>{F4291F89-DBD4-469C-82D8-4D23696D7038}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i/</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/ee/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/ai/</a:t>
            </a:r>
            <a:r>
              <a:rPr lang="en-US"/>
              <a:t> sound family spelling patterns.</a:t>
            </a:r>
            <a:endParaRPr/>
          </a:p>
        </p:txBody>
      </p:sp>
      <p:sp>
        <p:nvSpPr>
          <p:cNvPr id="661" name="Google Shape;661;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r>
              <a:rPr lang="en-US"/>
              <a:t>.</a:t>
            </a:r>
            <a:endParaRPr/>
          </a:p>
        </p:txBody>
      </p:sp>
      <p:sp>
        <p:nvSpPr>
          <p:cNvPr id="662" name="Google Shape;662;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4" name="Google Shape;664;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1" name="Google Shape;671;g2bee4f4af4b_0_204">
            <a:hlinkClick r:id="rId6" action="ppaction://hlinksldjump"/>
          </p:cNvPr>
          <p:cNvSpPr/>
          <p:nvPr/>
        </p:nvSpPr>
        <p:spPr>
          <a:xfrm>
            <a:off x="1032869"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bee4f4af4b_0_204">
            <a:hlinkClick r:id="rId7" action="ppaction://hlinksldjump"/>
          </p:cNvPr>
          <p:cNvSpPr/>
          <p:nvPr/>
        </p:nvSpPr>
        <p:spPr>
          <a:xfrm>
            <a:off x="2081243"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8" action="ppaction://hlinksldjump"/>
          </p:cNvPr>
          <p:cNvSpPr/>
          <p:nvPr/>
        </p:nvSpPr>
        <p:spPr>
          <a:xfrm>
            <a:off x="3335461" y="374852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0" name="Google Shape;680;g26b641b03cd_0_165"/>
          <p:cNvGrpSpPr/>
          <p:nvPr/>
        </p:nvGrpSpPr>
        <p:grpSpPr>
          <a:xfrm>
            <a:off x="930400" y="2053244"/>
            <a:ext cx="7283200" cy="3724851"/>
            <a:chOff x="930400" y="2129444"/>
            <a:chExt cx="7283200" cy="3724851"/>
          </a:xfrm>
        </p:grpSpPr>
        <p:pic>
          <p:nvPicPr>
            <p:cNvPr id="681" name="Google Shape;6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0" name="Google Shape;710;g26b7edf6e71_0_26"/>
          <p:cNvGrpSpPr/>
          <p:nvPr/>
        </p:nvGrpSpPr>
        <p:grpSpPr>
          <a:xfrm>
            <a:off x="930400" y="2053250"/>
            <a:ext cx="7283201" cy="2971674"/>
            <a:chOff x="930400" y="2129450"/>
            <a:chExt cx="7283201" cy="2971674"/>
          </a:xfrm>
        </p:grpSpPr>
        <p:pic>
          <p:nvPicPr>
            <p:cNvPr id="711" name="Google Shape;7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2" name="Google Shape;7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1" name="Google Shape;7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2c298da1f27_0_417"/>
          <p:cNvGrpSpPr/>
          <p:nvPr/>
        </p:nvGrpSpPr>
        <p:grpSpPr>
          <a:xfrm>
            <a:off x="930400" y="2053250"/>
            <a:ext cx="7283201" cy="2971674"/>
            <a:chOff x="930400" y="2053250"/>
            <a:chExt cx="7283201" cy="2971674"/>
          </a:xfrm>
        </p:grpSpPr>
        <p:pic>
          <p:nvPicPr>
            <p:cNvPr id="747" name="Google Shape;74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8" name="Google Shape;748;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9" name="Google Shape;749;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4" name="Google Shape;794;g26b7edf6e71_0_109"/>
          <p:cNvGrpSpPr/>
          <p:nvPr/>
        </p:nvGrpSpPr>
        <p:grpSpPr>
          <a:xfrm>
            <a:off x="865957" y="2135925"/>
            <a:ext cx="7282807" cy="2686611"/>
            <a:chOff x="867357" y="2129450"/>
            <a:chExt cx="7282807" cy="2686611"/>
          </a:xfrm>
        </p:grpSpPr>
        <p:pic>
          <p:nvPicPr>
            <p:cNvPr id="795" name="Google Shape;79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5" name="Google Shape;815;g2c298d33e0c_0_6"/>
          <p:cNvGrpSpPr/>
          <p:nvPr/>
        </p:nvGrpSpPr>
        <p:grpSpPr>
          <a:xfrm>
            <a:off x="866900" y="2079100"/>
            <a:ext cx="7281864" cy="2684601"/>
            <a:chOff x="868300" y="2129450"/>
            <a:chExt cx="7281864" cy="2684601"/>
          </a:xfrm>
        </p:grpSpPr>
        <p:pic>
          <p:nvPicPr>
            <p:cNvPr id="816" name="Google Shape;81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0" name="Google Shape;82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0" name="Google Shape;850;g2c298da1f27_0_455"/>
          <p:cNvGrpSpPr/>
          <p:nvPr/>
        </p:nvGrpSpPr>
        <p:grpSpPr>
          <a:xfrm>
            <a:off x="868300" y="2129450"/>
            <a:ext cx="7281864" cy="2684601"/>
            <a:chOff x="868300" y="2053250"/>
            <a:chExt cx="7281864" cy="2684601"/>
          </a:xfrm>
        </p:grpSpPr>
        <p:pic>
          <p:nvPicPr>
            <p:cNvPr id="851" name="Google Shape;85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8" name="Google Shape;85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3" name="Google Shape;86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70" name="Google Shape;870;g2c298da1f27_1_0"/>
          <p:cNvGrpSpPr/>
          <p:nvPr/>
        </p:nvGrpSpPr>
        <p:grpSpPr>
          <a:xfrm>
            <a:off x="868300" y="2129450"/>
            <a:ext cx="7281864" cy="2688001"/>
            <a:chOff x="868300" y="2129450"/>
            <a:chExt cx="7281864" cy="2688001"/>
          </a:xfrm>
        </p:grpSpPr>
        <p:pic>
          <p:nvPicPr>
            <p:cNvPr id="871" name="Google Shape;87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1" name="Google Shape;89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892" name="Google Shape;892;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893" name="Google Shape;89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894" name="Google Shape;894;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a:t>
            </a:r>
            <a:r>
              <a:rPr lang="en-US" sz="5100" b="0" i="0" u="none" strike="noStrike" cap="none">
                <a:solidFill>
                  <a:srgbClr val="ED1C24"/>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 </a:t>
            </a:r>
            <a:endParaRPr sz="5800" b="0" i="0" u="none" strike="noStrike" cap="none">
              <a:solidFill>
                <a:srgbClr val="2356AF"/>
              </a:solidFill>
              <a:latin typeface="Jost"/>
              <a:ea typeface="Jost"/>
              <a:cs typeface="Jost"/>
              <a:sym typeface="Jost"/>
            </a:endParaRPr>
          </a:p>
        </p:txBody>
      </p:sp>
      <p:sp>
        <p:nvSpPr>
          <p:cNvPr id="895" name="Google Shape;895;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p</a:t>
            </a:r>
            <a:r>
              <a:rPr lang="en-US" sz="5100" b="0" i="0" u="none" strike="noStrike" cap="none">
                <a:solidFill>
                  <a:srgbClr val="ED1C24"/>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896" name="Google Shape;896;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a:t>
            </a:r>
            <a:r>
              <a:rPr lang="en-US" sz="5100" b="0" i="0" u="none" strike="noStrike" cap="none">
                <a:solidFill>
                  <a:srgbClr val="ED1C24"/>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897" name="Google Shape;897;g2c186218c5a_0_25"/>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2, Lesson 2</a:t>
            </a:r>
            <a:endParaRPr sz="1600" b="0" i="0" u="none" strike="noStrike" cap="none">
              <a:solidFill>
                <a:srgbClr val="AEABAB"/>
              </a:solidFill>
              <a:latin typeface="Poppins Medium"/>
              <a:ea typeface="Poppins Medium"/>
              <a:cs typeface="Poppins Medium"/>
              <a:sym typeface="Poppi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d1c4514974_0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d1c4514974_0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5" name="Google Shape;905;g2d1c4514974_0_3"/>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06" name="Google Shape;906;g2d1c4514974_0_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7" name="Google Shape;907;g2d1c4514974_0_3"/>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100" b="0" i="0" u="none" strike="noStrike" cap="none">
                <a:solidFill>
                  <a:srgbClr val="815137"/>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pron </a:t>
            </a:r>
            <a:endParaRPr sz="5800" b="0" i="0" u="none" strike="noStrike" cap="none">
              <a:solidFill>
                <a:srgbClr val="2356AF"/>
              </a:solidFill>
              <a:latin typeface="Jost"/>
              <a:ea typeface="Jost"/>
              <a:cs typeface="Jost"/>
              <a:sym typeface="Jost"/>
            </a:endParaRPr>
          </a:p>
        </p:txBody>
      </p:sp>
      <p:sp>
        <p:nvSpPr>
          <p:cNvPr id="908" name="Google Shape;908;g2d1c4514974_0_3"/>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a:t>
            </a:r>
            <a:r>
              <a:rPr lang="en-US" sz="5100" b="0" i="0" u="none" strike="noStrike" cap="none">
                <a:solidFill>
                  <a:srgbClr val="815137"/>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sin</a:t>
            </a:r>
            <a:endParaRPr sz="5800" b="0" i="0" u="none" strike="noStrike" cap="none">
              <a:solidFill>
                <a:srgbClr val="2356AF"/>
              </a:solidFill>
              <a:latin typeface="Jost"/>
              <a:ea typeface="Jost"/>
              <a:cs typeface="Jost"/>
              <a:sym typeface="Jost"/>
            </a:endParaRPr>
          </a:p>
        </p:txBody>
      </p:sp>
      <p:sp>
        <p:nvSpPr>
          <p:cNvPr id="909" name="Google Shape;909;g2d1c4514974_0_3"/>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l</a:t>
            </a:r>
            <a:r>
              <a:rPr lang="en-US" sz="5100" b="0" i="0" u="none" strike="noStrike" cap="none">
                <a:solidFill>
                  <a:srgbClr val="815137"/>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dy</a:t>
            </a:r>
            <a:endParaRPr sz="5800" b="0" i="0" u="none" strike="noStrike" cap="none">
              <a:solidFill>
                <a:srgbClr val="2356AF"/>
              </a:solidFill>
              <a:latin typeface="Jost"/>
              <a:ea typeface="Jost"/>
              <a:cs typeface="Jost"/>
              <a:sym typeface="Jost"/>
            </a:endParaRPr>
          </a:p>
        </p:txBody>
      </p:sp>
      <p:sp>
        <p:nvSpPr>
          <p:cNvPr id="910" name="Google Shape;910;g2d1c4514974_0_3"/>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5.5, Lesson 3</a:t>
            </a:r>
            <a:endParaRPr sz="1600" b="0" i="0" u="none" strike="noStrike" cap="none">
              <a:solidFill>
                <a:srgbClr val="AEABAB"/>
              </a:solidFill>
              <a:latin typeface="Poppins Medium"/>
              <a:ea typeface="Poppins Medium"/>
              <a:cs typeface="Poppins Medium"/>
              <a:sym typeface="Poppins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7" name="Google Shape;91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4" name="Google Shape;92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5" name="Google Shape;925;g2c4fb7f6616_1_0"/>
          <p:cNvSpPr/>
          <p:nvPr/>
        </p:nvSpPr>
        <p:spPr>
          <a:xfrm>
            <a:off x="24432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b7f6616_1_0"/>
          <p:cNvSpPr/>
          <p:nvPr/>
        </p:nvSpPr>
        <p:spPr>
          <a:xfrm>
            <a:off x="3600634"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473266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8" name="Google Shape;92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9" name="Google Shape;929;g2c4fb7f6616_1_0"/>
          <p:cNvSpPr txBox="1">
            <a:spLocks noGrp="1"/>
          </p:cNvSpPr>
          <p:nvPr>
            <p:ph type="subTitle" idx="4294967295"/>
          </p:nvPr>
        </p:nvSpPr>
        <p:spPr>
          <a:xfrm>
            <a:off x="416301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30" name="Google Shape;930;g2c4fb7f6616_1_0"/>
          <p:cNvSpPr txBox="1">
            <a:spLocks noGrp="1"/>
          </p:cNvSpPr>
          <p:nvPr>
            <p:ph type="subTitle" idx="4294967295"/>
          </p:nvPr>
        </p:nvSpPr>
        <p:spPr>
          <a:xfrm>
            <a:off x="18735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31" name="Google Shape;93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9" name="Google Shape;939;g2c4fb7f6616_1_0"/>
          <p:cNvGrpSpPr/>
          <p:nvPr/>
        </p:nvGrpSpPr>
        <p:grpSpPr>
          <a:xfrm>
            <a:off x="-550" y="6984600"/>
            <a:ext cx="8596479" cy="808600"/>
            <a:chOff x="-550" y="6984600"/>
            <a:chExt cx="8596479" cy="808600"/>
          </a:xfrm>
        </p:grpSpPr>
        <p:sp>
          <p:nvSpPr>
            <p:cNvPr id="940" name="Google Shape;94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8" name="Google Shape;94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49" name="Google Shape;949;g2c4fb7f6616_1_0"/>
          <p:cNvSpPr txBox="1"/>
          <p:nvPr/>
        </p:nvSpPr>
        <p:spPr>
          <a:xfrm>
            <a:off x="2907934"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950" name="Google Shape;950;g2c4fb7f6616_1_0"/>
          <p:cNvSpPr txBox="1">
            <a:spLocks noGrp="1"/>
          </p:cNvSpPr>
          <p:nvPr>
            <p:ph type="subTitle" idx="4294967295"/>
          </p:nvPr>
        </p:nvSpPr>
        <p:spPr>
          <a:xfrm>
            <a:off x="5354323" y="1308025"/>
            <a:ext cx="1916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51" name="Google Shape;951;g2c4fb7f6616_1_0"/>
          <p:cNvSpPr/>
          <p:nvPr/>
        </p:nvSpPr>
        <p:spPr>
          <a:xfrm>
            <a:off x="5607123" y="4011900"/>
            <a:ext cx="14859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4fb7f6616_1_0"/>
          <p:cNvSpPr/>
          <p:nvPr/>
        </p:nvSpPr>
        <p:spPr>
          <a:xfrm>
            <a:off x="43114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d1c4514974_0_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9" name="Google Shape;959;g2d1c4514974_0_2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0" name="Google Shape;960;g2d1c4514974_0_21"/>
          <p:cNvSpPr/>
          <p:nvPr/>
        </p:nvSpPr>
        <p:spPr>
          <a:xfrm>
            <a:off x="44556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d1c4514974_0_21"/>
          <p:cNvSpPr/>
          <p:nvPr/>
        </p:nvSpPr>
        <p:spPr>
          <a:xfrm>
            <a:off x="544368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d1c4514974_0_21"/>
          <p:cNvSpPr/>
          <p:nvPr/>
        </p:nvSpPr>
        <p:spPr>
          <a:xfrm>
            <a:off x="64826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3" name="Google Shape;963;g2d1c4514974_0_2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4" name="Google Shape;964;g2d1c4514974_0_21"/>
          <p:cNvSpPr txBox="1">
            <a:spLocks noGrp="1"/>
          </p:cNvSpPr>
          <p:nvPr>
            <p:ph type="subTitle" idx="4294967295"/>
          </p:nvPr>
        </p:nvSpPr>
        <p:spPr>
          <a:xfrm>
            <a:off x="591297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5" name="Google Shape;965;g2d1c4514974_0_21"/>
          <p:cNvSpPr txBox="1">
            <a:spLocks noGrp="1"/>
          </p:cNvSpPr>
          <p:nvPr>
            <p:ph type="subTitle" idx="4294967295"/>
          </p:nvPr>
        </p:nvSpPr>
        <p:spPr>
          <a:xfrm>
            <a:off x="388591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66" name="Google Shape;966;g2d1c4514974_0_21"/>
          <p:cNvSpPr txBox="1">
            <a:spLocks noGrp="1"/>
          </p:cNvSpPr>
          <p:nvPr>
            <p:ph type="subTitle" idx="4294967295"/>
          </p:nvPr>
        </p:nvSpPr>
        <p:spPr>
          <a:xfrm>
            <a:off x="487401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67" name="Google Shape;967;g2d1c4514974_0_2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1c4514974_0_2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1c4514974_0_2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1c4514974_0_2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1c4514974_0_2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1c4514974_0_2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1c4514974_0_2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d1c4514974_0_2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5" name="Google Shape;975;g2d1c4514974_0_21"/>
          <p:cNvGrpSpPr/>
          <p:nvPr/>
        </p:nvGrpSpPr>
        <p:grpSpPr>
          <a:xfrm>
            <a:off x="-550" y="6984600"/>
            <a:ext cx="8596479" cy="808600"/>
            <a:chOff x="-550" y="6984600"/>
            <a:chExt cx="8596479" cy="808600"/>
          </a:xfrm>
        </p:grpSpPr>
        <p:sp>
          <p:nvSpPr>
            <p:cNvPr id="976" name="Google Shape;976;g2d1c4514974_0_2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7" name="Google Shape;977;g2d1c4514974_0_2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8" name="Google Shape;978;g2d1c4514974_0_2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9" name="Google Shape;979;g2d1c4514974_0_2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0" name="Google Shape;980;g2d1c4514974_0_2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1" name="Google Shape;981;g2d1c4514974_0_2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2" name="Google Shape;982;g2d1c4514974_0_2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3" name="Google Shape;983;g2d1c4514974_0_2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4" name="Google Shape;984;g2d1c4514974_0_2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5" name="Google Shape;985;g2d1c4514974_0_21"/>
          <p:cNvSpPr/>
          <p:nvPr/>
        </p:nvSpPr>
        <p:spPr>
          <a:xfrm>
            <a:off x="227132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1c4514974_0_21"/>
          <p:cNvSpPr/>
          <p:nvPr/>
        </p:nvSpPr>
        <p:spPr>
          <a:xfrm>
            <a:off x="3403349"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987" name="Google Shape;987;g2d1c4514974_0_21"/>
          <p:cNvSpPr txBox="1">
            <a:spLocks noGrp="1"/>
          </p:cNvSpPr>
          <p:nvPr>
            <p:ph type="subTitle" idx="4294967295"/>
          </p:nvPr>
        </p:nvSpPr>
        <p:spPr>
          <a:xfrm>
            <a:off x="170162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88" name="Google Shape;988;g2d1c4514974_0_21"/>
          <p:cNvSpPr txBox="1"/>
          <p:nvPr/>
        </p:nvSpPr>
        <p:spPr>
          <a:xfrm>
            <a:off x="2710649"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989" name="Google Shape;989;g2d1c4514974_0_21"/>
          <p:cNvSpPr/>
          <p:nvPr/>
        </p:nvSpPr>
        <p:spPr>
          <a:xfrm>
            <a:off x="406208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6" name="Google Shape;99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3" name="Google Shape;100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4" name="Google Shape;100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5" name="Google Shape;100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2" name="Google Shape;101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3" name="Google Shape;101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4" name="Google Shape;101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1" name="Google Shape;102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2" name="Google Shape;102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3" name="Google Shape;102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0" name="Google Shape;103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1" name="Google Shape;103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2" name="Google Shape;103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9" name="Google Shape;1039;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0" name="Google Shape;1040;g2d1eea302f1_0_6"/>
          <p:cNvGrpSpPr/>
          <p:nvPr/>
        </p:nvGrpSpPr>
        <p:grpSpPr>
          <a:xfrm>
            <a:off x="3024000" y="209875"/>
            <a:ext cx="3096000" cy="454800"/>
            <a:chOff x="3024000" y="209875"/>
            <a:chExt cx="3096000" cy="454800"/>
          </a:xfrm>
        </p:grpSpPr>
        <p:sp>
          <p:nvSpPr>
            <p:cNvPr id="1041" name="Google Shape;1041;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3" name="Google Shape;1043;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4" name="Google Shape;1044;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5" name="Google Shape;1045;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6" name="Google Shape;1046;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7" name="Google Shape;1047;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8" name="Google Shape;1048;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49" name="Google Shape;1049;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0" name="Google Shape;1050;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1" name="Google Shape;1051;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52" name="Google Shape;1052;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53" name="Google Shape;1053;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4" name="Google Shape;1054;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55" name="Google Shape;1055;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6" name="Google Shape;1056;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57" name="Google Shape;1057;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58" name="Google Shape;1058;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59" name="Google Shape;1059;g2d1eea302f1_0_6"/>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060" name="Google Shape;1060;g2d1eea302f1_0_6"/>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1061" name="Google Shape;1061;g2d1eea302f1_0_6"/>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62" name="Google Shape;1062;g2d1eea302f1_0_6"/>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3" name="Google Shape;1063;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64" name="Google Shape;1064;g2d1eea302f1_0_6"/>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065" name="Google Shape;1065;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d1c4514974_0_7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2" name="Google Shape;1072;g2d1c4514974_0_7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3" name="Google Shape;1073;g2d1c4514974_0_70"/>
          <p:cNvGrpSpPr/>
          <p:nvPr/>
        </p:nvGrpSpPr>
        <p:grpSpPr>
          <a:xfrm>
            <a:off x="3024000" y="209875"/>
            <a:ext cx="3096000" cy="454800"/>
            <a:chOff x="3024000" y="209875"/>
            <a:chExt cx="3096000" cy="454800"/>
          </a:xfrm>
        </p:grpSpPr>
        <p:sp>
          <p:nvSpPr>
            <p:cNvPr id="1074" name="Google Shape;1074;g2d1c4514974_0_7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5" name="Google Shape;1075;g2d1c4514974_0_7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6" name="Google Shape;1076;g2d1c4514974_0_7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7" name="Google Shape;1077;g2d1c4514974_0_7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78" name="Google Shape;1078;g2d1c4514974_0_7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9" name="Google Shape;1079;g2d1c4514974_0_7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0" name="Google Shape;1080;g2d1c4514974_0_7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1" name="Google Shape;1081;g2d1c4514974_0_7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2" name="Google Shape;1082;g2d1c4514974_0_7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3" name="Google Shape;1083;g2d1c4514974_0_7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4" name="Google Shape;1084;g2d1c4514974_0_7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5" name="Google Shape;1085;g2d1c4514974_0_70"/>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86" name="Google Shape;1086;g2d1c4514974_0_7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7" name="Google Shape;1087;g2d1c4514974_0_7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8" name="Google Shape;1088;g2d1c4514974_0_7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9" name="Google Shape;1089;g2d1c4514974_0_7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0" name="Google Shape;1090;g2d1c4514974_0_7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1" name="Google Shape;1091;g2d1c4514974_0_7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92" name="Google Shape;1092;g2d1c4514974_0_7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3" name="Google Shape;1093;g2d1c4514974_0_70"/>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94" name="Google Shape;1094;g2d1c4514974_0_70"/>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095" name="Google Shape;1095;g2d1c4514974_0_70"/>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1096" name="Google Shape;1096;g2d1c4514974_0_70"/>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7" name="Google Shape;1097;g2d1c4514974_0_70"/>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8" name="Google Shape;1098;g2d1c4514974_0_70"/>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by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sin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per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con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sic 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zy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dy</a:t>
            </a:r>
            <a:endParaRPr sz="1800" b="0" i="0" u="none" strike="noStrike" cap="none">
              <a:solidFill>
                <a:srgbClr val="B7B7B7"/>
              </a:solidFill>
              <a:latin typeface="Jost"/>
              <a:ea typeface="Jost"/>
              <a:cs typeface="Jost"/>
              <a:sym typeface="Jost"/>
            </a:endParaRPr>
          </a:p>
        </p:txBody>
      </p:sp>
      <p:sp>
        <p:nvSpPr>
          <p:cNvPr id="1099" name="Google Shape;1099;g2d1c4514974_0_7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0" name="Google Shape;1100;g2d1c4514974_0_70"/>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458</Words>
  <Application>Microsoft Office PowerPoint</Application>
  <PresentationFormat>On-screen Show (4:3)</PresentationFormat>
  <Paragraphs>163</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Jost</vt:lpstr>
      <vt:lpstr>Poppins</vt:lpstr>
      <vt:lpstr>Nunito Black</vt:lpstr>
      <vt:lpstr>Arial</vt:lpstr>
      <vt:lpstr>Poppins Medium</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2026-05-22T04:17:05Z</dcterms:modified>
</cp:coreProperties>
</file>