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Sy3Ko5Yb5XNoCxiD7BIs8OFEt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71E715-7C3C-43D4-A85C-800385715F69}">
  <a:tblStyle styleId="{4971E715-7C3C-43D4-A85C-800385715F6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d0d110b87d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d0d110b87d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d0d110b87d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dac2c34b73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dac2c34b73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dac2c34b73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600"/>
            <a:chOff x="-36800" y="-52000"/>
            <a:chExt cx="9236100" cy="54360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4570840" y="8810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3" name="Google Shape;63;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0" name="Google Shape;70;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aw wh ph oe</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3 - Friday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15</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5"/>
        <p:cNvGrpSpPr/>
        <p:nvPr/>
      </p:nvGrpSpPr>
      <p:grpSpPr>
        <a:xfrm>
          <a:off x="0" y="0"/>
          <a:ext cx="0" cy="0"/>
          <a:chOff x="0" y="0"/>
          <a:chExt cx="0" cy="0"/>
        </a:xfrm>
      </p:grpSpPr>
      <p:sp>
        <p:nvSpPr>
          <p:cNvPr id="126" name="Google Shape;126;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8" name="Google Shape;128;g2d076fa4460_0_82"/>
          <p:cNvGrpSpPr/>
          <p:nvPr/>
        </p:nvGrpSpPr>
        <p:grpSpPr>
          <a:xfrm>
            <a:off x="8199150" y="5983875"/>
            <a:ext cx="586800" cy="571500"/>
            <a:chOff x="7894350" y="6212475"/>
            <a:chExt cx="586800" cy="571500"/>
          </a:xfrm>
        </p:grpSpPr>
        <p:sp>
          <p:nvSpPr>
            <p:cNvPr id="129" name="Google Shape;129;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2" name="Google Shape;132;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3" name="Google Shape;133;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5" name="Google Shape;135;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 &amp; Teacher Book Activities</a:t>
            </a:r>
            <a:endParaRPr sz="1100" b="0" i="0" u="none" strike="noStrike" cap="none">
              <a:solidFill>
                <a:srgbClr val="993FA2"/>
              </a:solidFill>
              <a:latin typeface="Poppins Medium"/>
              <a:ea typeface="Poppins Medium"/>
              <a:cs typeface="Poppins Medium"/>
              <a:sym typeface="Poppins Medium"/>
            </a:endParaRPr>
          </a:p>
        </p:txBody>
      </p:sp>
      <p:sp>
        <p:nvSpPr>
          <p:cNvPr id="136" name="Google Shape;136;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Workbooks</a:t>
            </a:r>
            <a:endParaRPr sz="1100" b="0" i="0" u="none" strike="noStrike" cap="none">
              <a:solidFill>
                <a:srgbClr val="993FA2"/>
              </a:solidFill>
              <a:latin typeface="Poppins Medium"/>
              <a:ea typeface="Poppins Medium"/>
              <a:cs typeface="Poppins Medium"/>
              <a:sym typeface="Poppins Medium"/>
            </a:endParaRPr>
          </a:p>
        </p:txBody>
      </p:sp>
      <p:grpSp>
        <p:nvGrpSpPr>
          <p:cNvPr id="137" name="Google Shape;137;g2d076fa4460_0_82"/>
          <p:cNvGrpSpPr/>
          <p:nvPr/>
        </p:nvGrpSpPr>
        <p:grpSpPr>
          <a:xfrm>
            <a:off x="-36800" y="-52000"/>
            <a:ext cx="9236100" cy="543600"/>
            <a:chOff x="-36800" y="-52000"/>
            <a:chExt cx="9236100" cy="543600"/>
          </a:xfrm>
        </p:grpSpPr>
        <p:sp>
          <p:nvSpPr>
            <p:cNvPr id="138" name="Google Shape;138;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d076fa4460_0_82"/>
            <p:cNvGrpSpPr/>
            <p:nvPr/>
          </p:nvGrpSpPr>
          <p:grpSpPr>
            <a:xfrm>
              <a:off x="4570840" y="88100"/>
              <a:ext cx="1337400" cy="403500"/>
              <a:chOff x="565600" y="88250"/>
              <a:chExt cx="1337400" cy="403500"/>
            </a:xfrm>
          </p:grpSpPr>
          <p:sp>
            <p:nvSpPr>
              <p:cNvPr id="140" name="Google Shape;140;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1" name="Google Shape;141;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2" name="Google Shape;142;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5" name="Google Shape;145;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49" name="Google Shape;149;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6"/>
        <p:cNvGrpSpPr/>
        <p:nvPr/>
      </p:nvGrpSpPr>
      <p:grpSpPr>
        <a:xfrm>
          <a:off x="0" y="0"/>
          <a:ext cx="0" cy="0"/>
          <a:chOff x="0" y="0"/>
          <a:chExt cx="0" cy="0"/>
        </a:xfrm>
      </p:grpSpPr>
      <p:sp>
        <p:nvSpPr>
          <p:cNvPr id="187" name="Google Shape;18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8" name="Google Shape;18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89" name="Google Shape;18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0_260"/>
          <p:cNvGrpSpPr/>
          <p:nvPr/>
        </p:nvGrpSpPr>
        <p:grpSpPr>
          <a:xfrm>
            <a:off x="-36800" y="-52000"/>
            <a:ext cx="9236100" cy="543600"/>
            <a:chOff x="-36800" y="-52000"/>
            <a:chExt cx="9236100" cy="543600"/>
          </a:xfrm>
        </p:grpSpPr>
        <p:sp>
          <p:nvSpPr>
            <p:cNvPr id="198" name="Google Shape;19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9" name="Google Shape;199;g26b641b03cd_0_260"/>
            <p:cNvGrpSpPr/>
            <p:nvPr/>
          </p:nvGrpSpPr>
          <p:grpSpPr>
            <a:xfrm>
              <a:off x="4570840" y="88100"/>
              <a:ext cx="1337400" cy="403500"/>
              <a:chOff x="565600" y="88250"/>
              <a:chExt cx="1337400" cy="403500"/>
            </a:xfrm>
          </p:grpSpPr>
          <p:sp>
            <p:nvSpPr>
              <p:cNvPr id="200" name="Google Shape;200;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1" name="Google Shape;201;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2" name="Google Shape;20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09" name="Google Shape;20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6" name="Google Shape;21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6" name="Google Shape;22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7" name="Google Shape;22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8" name="Google Shape;22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9" name="Google Shape;22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0" name="Google Shape;23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1" name="Google Shape;23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4" name="Google Shape;23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5" name="Google Shape;23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6" name="Google Shape;236;g2c235dd0dad_1_87"/>
          <p:cNvGrpSpPr/>
          <p:nvPr/>
        </p:nvGrpSpPr>
        <p:grpSpPr>
          <a:xfrm>
            <a:off x="662575" y="6212475"/>
            <a:ext cx="586800" cy="571500"/>
            <a:chOff x="662575" y="6212475"/>
            <a:chExt cx="586800" cy="571500"/>
          </a:xfrm>
        </p:grpSpPr>
        <p:sp>
          <p:nvSpPr>
            <p:cNvPr id="237" name="Google Shape;23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0" name="Google Shape;240;g2c235dd0dad_1_87"/>
          <p:cNvGrpSpPr/>
          <p:nvPr/>
        </p:nvGrpSpPr>
        <p:grpSpPr>
          <a:xfrm>
            <a:off x="7894350" y="6212475"/>
            <a:ext cx="586800" cy="571500"/>
            <a:chOff x="7894350" y="6212475"/>
            <a:chExt cx="586800" cy="571500"/>
          </a:xfrm>
        </p:grpSpPr>
        <p:sp>
          <p:nvSpPr>
            <p:cNvPr id="241" name="Google Shape;24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4"/>
        <p:cNvGrpSpPr/>
        <p:nvPr/>
      </p:nvGrpSpPr>
      <p:grpSpPr>
        <a:xfrm>
          <a:off x="0" y="0"/>
          <a:ext cx="0" cy="0"/>
          <a:chOff x="0" y="0"/>
          <a:chExt cx="0" cy="0"/>
        </a:xfrm>
      </p:grpSpPr>
      <p:sp>
        <p:nvSpPr>
          <p:cNvPr id="245" name="Google Shape;245;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7" name="Google Shape;24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3" name="Google Shape;253;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6" name="Google Shape;256;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7" name="Google Shape;257;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9" name="Google Shape;259;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0" name="Google Shape;260;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3" name="Google Shape;263;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4" name="Google Shape;264;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5" name="Google Shape;265;g1f3daf8a844_0_32"/>
          <p:cNvGrpSpPr/>
          <p:nvPr/>
        </p:nvGrpSpPr>
        <p:grpSpPr>
          <a:xfrm>
            <a:off x="662575" y="6212475"/>
            <a:ext cx="586800" cy="571500"/>
            <a:chOff x="662575" y="6212475"/>
            <a:chExt cx="586800" cy="571500"/>
          </a:xfrm>
        </p:grpSpPr>
        <p:sp>
          <p:nvSpPr>
            <p:cNvPr id="266" name="Google Shape;266;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9" name="Google Shape;269;g1f3daf8a844_0_32"/>
          <p:cNvGrpSpPr/>
          <p:nvPr/>
        </p:nvGrpSpPr>
        <p:grpSpPr>
          <a:xfrm>
            <a:off x="7894350" y="6212475"/>
            <a:ext cx="586800" cy="571500"/>
            <a:chOff x="7894350" y="6212475"/>
            <a:chExt cx="586800" cy="571500"/>
          </a:xfrm>
        </p:grpSpPr>
        <p:sp>
          <p:nvSpPr>
            <p:cNvPr id="270" name="Google Shape;270;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3"/>
        <p:cNvGrpSpPr/>
        <p:nvPr/>
      </p:nvGrpSpPr>
      <p:grpSpPr>
        <a:xfrm>
          <a:off x="0" y="0"/>
          <a:ext cx="0" cy="0"/>
          <a:chOff x="0" y="0"/>
          <a:chExt cx="0" cy="0"/>
        </a:xfrm>
      </p:grpSpPr>
      <p:sp>
        <p:nvSpPr>
          <p:cNvPr id="274" name="Google Shape;274;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6" name="Google Shape;27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1" name="Google Shape;28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2" name="Google Shape;28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3" name="Google Shape;283;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4" name="Google Shape;284;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4" name="Google Shape;294;g2c157a2fb06_0_53"/>
          <p:cNvGrpSpPr/>
          <p:nvPr/>
        </p:nvGrpSpPr>
        <p:grpSpPr>
          <a:xfrm>
            <a:off x="1403031" y="6958923"/>
            <a:ext cx="6774848" cy="1291477"/>
            <a:chOff x="717231" y="7263723"/>
            <a:chExt cx="6774848" cy="1291477"/>
          </a:xfrm>
        </p:grpSpPr>
        <p:sp>
          <p:nvSpPr>
            <p:cNvPr id="295" name="Google Shape;29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6" name="Google Shape;29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3" name="Google Shape;30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6" name="Google Shape;30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7" name="Google Shape;30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8" name="Google Shape;308;g2c157a2fb06_0_53"/>
          <p:cNvGrpSpPr/>
          <p:nvPr/>
        </p:nvGrpSpPr>
        <p:grpSpPr>
          <a:xfrm>
            <a:off x="662575" y="6212475"/>
            <a:ext cx="586800" cy="571500"/>
            <a:chOff x="662575" y="6212475"/>
            <a:chExt cx="586800" cy="571500"/>
          </a:xfrm>
        </p:grpSpPr>
        <p:sp>
          <p:nvSpPr>
            <p:cNvPr id="309" name="Google Shape;30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2" name="Google Shape;312;g2c157a2fb06_0_53"/>
          <p:cNvGrpSpPr/>
          <p:nvPr/>
        </p:nvGrpSpPr>
        <p:grpSpPr>
          <a:xfrm>
            <a:off x="7894350" y="6212475"/>
            <a:ext cx="586800" cy="571500"/>
            <a:chOff x="7894350" y="6212475"/>
            <a:chExt cx="586800" cy="571500"/>
          </a:xfrm>
        </p:grpSpPr>
        <p:sp>
          <p:nvSpPr>
            <p:cNvPr id="313" name="Google Shape;31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6" name="Google Shape;316;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7"/>
        <p:cNvGrpSpPr/>
        <p:nvPr/>
      </p:nvGrpSpPr>
      <p:grpSpPr>
        <a:xfrm>
          <a:off x="0" y="0"/>
          <a:ext cx="0" cy="0"/>
          <a:chOff x="0" y="0"/>
          <a:chExt cx="0" cy="0"/>
        </a:xfrm>
      </p:grpSpPr>
      <p:sp>
        <p:nvSpPr>
          <p:cNvPr id="318" name="Google Shape;318;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5" name="Google Shape;32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6" name="Google Shape;32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0" name="Google Shape;33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6" name="Google Shape;33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7" name="Google Shape;337;g2c157a2fb06_0_158"/>
          <p:cNvGrpSpPr/>
          <p:nvPr/>
        </p:nvGrpSpPr>
        <p:grpSpPr>
          <a:xfrm>
            <a:off x="662575" y="6212475"/>
            <a:ext cx="586800" cy="571500"/>
            <a:chOff x="662575" y="6212475"/>
            <a:chExt cx="586800" cy="571500"/>
          </a:xfrm>
        </p:grpSpPr>
        <p:sp>
          <p:nvSpPr>
            <p:cNvPr id="338" name="Google Shape;33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1" name="Google Shape;341;g2c157a2fb06_0_158"/>
          <p:cNvGrpSpPr/>
          <p:nvPr/>
        </p:nvGrpSpPr>
        <p:grpSpPr>
          <a:xfrm>
            <a:off x="7894350" y="6212475"/>
            <a:ext cx="586800" cy="571500"/>
            <a:chOff x="7894350" y="6212475"/>
            <a:chExt cx="586800" cy="571500"/>
          </a:xfrm>
        </p:grpSpPr>
        <p:sp>
          <p:nvSpPr>
            <p:cNvPr id="342" name="Google Shape;34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5"/>
        <p:cNvGrpSpPr/>
        <p:nvPr/>
      </p:nvGrpSpPr>
      <p:grpSpPr>
        <a:xfrm>
          <a:off x="0" y="0"/>
          <a:ext cx="0" cy="0"/>
          <a:chOff x="0" y="0"/>
          <a:chExt cx="0" cy="0"/>
        </a:xfrm>
      </p:grpSpPr>
      <p:sp>
        <p:nvSpPr>
          <p:cNvPr id="346" name="Google Shape;346;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8" name="Google Shape;34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3" name="Google Shape;35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4" name="Google Shape;35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7" name="Google Shape;35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8" name="Google Shape;35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a:spLocks noGrp="1"/>
          </p:cNvSpPr>
          <p:nvPr>
            <p:ph type="pic" idx="8"/>
          </p:nvPr>
        </p:nvSpPr>
        <p:spPr>
          <a:xfrm>
            <a:off x="5086375" y="4412425"/>
            <a:ext cx="2668800" cy="1291500"/>
          </a:xfrm>
          <a:prstGeom prst="rect">
            <a:avLst/>
          </a:prstGeom>
          <a:noFill/>
          <a:ln>
            <a:noFill/>
          </a:ln>
        </p:spPr>
      </p:sp>
      <p:sp>
        <p:nvSpPr>
          <p:cNvPr id="363" name="Google Shape;363;g2c157a2fb06_0_263"/>
          <p:cNvSpPr>
            <a:spLocks noGrp="1"/>
          </p:cNvSpPr>
          <p:nvPr>
            <p:ph type="pic" idx="9"/>
          </p:nvPr>
        </p:nvSpPr>
        <p:spPr>
          <a:xfrm>
            <a:off x="5086375" y="797675"/>
            <a:ext cx="2668800" cy="1291500"/>
          </a:xfrm>
          <a:prstGeom prst="rect">
            <a:avLst/>
          </a:prstGeom>
          <a:noFill/>
          <a:ln>
            <a:noFill/>
          </a:ln>
        </p:spPr>
      </p:sp>
      <p:sp>
        <p:nvSpPr>
          <p:cNvPr id="364" name="Google Shape;364;g2c157a2fb06_0_263"/>
          <p:cNvSpPr>
            <a:spLocks noGrp="1"/>
          </p:cNvSpPr>
          <p:nvPr>
            <p:ph type="pic" idx="13"/>
          </p:nvPr>
        </p:nvSpPr>
        <p:spPr>
          <a:xfrm>
            <a:off x="5086375" y="2002592"/>
            <a:ext cx="2668800" cy="1291500"/>
          </a:xfrm>
          <a:prstGeom prst="rect">
            <a:avLst/>
          </a:prstGeom>
          <a:noFill/>
          <a:ln>
            <a:noFill/>
          </a:ln>
        </p:spPr>
      </p:sp>
      <p:sp>
        <p:nvSpPr>
          <p:cNvPr id="365" name="Google Shape;365;g2c157a2fb06_0_263"/>
          <p:cNvSpPr>
            <a:spLocks noGrp="1"/>
          </p:cNvSpPr>
          <p:nvPr>
            <p:ph type="pic" idx="14"/>
          </p:nvPr>
        </p:nvSpPr>
        <p:spPr>
          <a:xfrm>
            <a:off x="5086375" y="3207508"/>
            <a:ext cx="2668800" cy="1291500"/>
          </a:xfrm>
          <a:prstGeom prst="rect">
            <a:avLst/>
          </a:prstGeom>
          <a:noFill/>
          <a:ln>
            <a:noFill/>
          </a:ln>
        </p:spPr>
      </p:sp>
      <p:sp>
        <p:nvSpPr>
          <p:cNvPr id="366" name="Google Shape;36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263"/>
          <p:cNvGrpSpPr/>
          <p:nvPr/>
        </p:nvGrpSpPr>
        <p:grpSpPr>
          <a:xfrm>
            <a:off x="662575" y="6212475"/>
            <a:ext cx="586800" cy="571500"/>
            <a:chOff x="662575" y="6212475"/>
            <a:chExt cx="586800" cy="571500"/>
          </a:xfrm>
        </p:grpSpPr>
        <p:sp>
          <p:nvSpPr>
            <p:cNvPr id="369" name="Google Shape;36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263"/>
          <p:cNvGrpSpPr/>
          <p:nvPr/>
        </p:nvGrpSpPr>
        <p:grpSpPr>
          <a:xfrm>
            <a:off x="7894350" y="6212475"/>
            <a:ext cx="586800" cy="571500"/>
            <a:chOff x="7894350" y="6212475"/>
            <a:chExt cx="586800" cy="571500"/>
          </a:xfrm>
        </p:grpSpPr>
        <p:sp>
          <p:nvSpPr>
            <p:cNvPr id="373" name="Google Shape;37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6"/>
        <p:cNvGrpSpPr/>
        <p:nvPr/>
      </p:nvGrpSpPr>
      <p:grpSpPr>
        <a:xfrm>
          <a:off x="0" y="0"/>
          <a:ext cx="0" cy="0"/>
          <a:chOff x="0" y="0"/>
          <a:chExt cx="0" cy="0"/>
        </a:xfrm>
      </p:grpSpPr>
      <p:sp>
        <p:nvSpPr>
          <p:cNvPr id="377" name="Google Shape;377;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6" name="Google Shape;38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7" name="Google Shape;38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2" name="Google Shape;39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467"/>
          <p:cNvGrpSpPr/>
          <p:nvPr/>
        </p:nvGrpSpPr>
        <p:grpSpPr>
          <a:xfrm>
            <a:off x="662575" y="6212475"/>
            <a:ext cx="586800" cy="571500"/>
            <a:chOff x="662575" y="6212475"/>
            <a:chExt cx="586800" cy="571500"/>
          </a:xfrm>
        </p:grpSpPr>
        <p:sp>
          <p:nvSpPr>
            <p:cNvPr id="395" name="Google Shape;39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467"/>
          <p:cNvGrpSpPr/>
          <p:nvPr/>
        </p:nvGrpSpPr>
        <p:grpSpPr>
          <a:xfrm>
            <a:off x="7894350" y="6212475"/>
            <a:ext cx="586800" cy="571500"/>
            <a:chOff x="7894350" y="6212475"/>
            <a:chExt cx="586800" cy="571500"/>
          </a:xfrm>
        </p:grpSpPr>
        <p:sp>
          <p:nvSpPr>
            <p:cNvPr id="399" name="Google Shape;39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2"/>
        <p:cNvGrpSpPr/>
        <p:nvPr/>
      </p:nvGrpSpPr>
      <p:grpSpPr>
        <a:xfrm>
          <a:off x="0" y="0"/>
          <a:ext cx="0" cy="0"/>
          <a:chOff x="0" y="0"/>
          <a:chExt cx="0" cy="0"/>
        </a:xfrm>
      </p:grpSpPr>
      <p:sp>
        <p:nvSpPr>
          <p:cNvPr id="403" name="Google Shape;403;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7" name="Google Shape;41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629"/>
          <p:cNvGrpSpPr/>
          <p:nvPr/>
        </p:nvGrpSpPr>
        <p:grpSpPr>
          <a:xfrm>
            <a:off x="662575" y="6212475"/>
            <a:ext cx="586800" cy="571500"/>
            <a:chOff x="662575" y="6212475"/>
            <a:chExt cx="586800" cy="571500"/>
          </a:xfrm>
        </p:grpSpPr>
        <p:sp>
          <p:nvSpPr>
            <p:cNvPr id="421" name="Google Shape;42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629"/>
          <p:cNvGrpSpPr/>
          <p:nvPr/>
        </p:nvGrpSpPr>
        <p:grpSpPr>
          <a:xfrm>
            <a:off x="7894350" y="6212475"/>
            <a:ext cx="586800" cy="571500"/>
            <a:chOff x="7894350" y="6212475"/>
            <a:chExt cx="586800" cy="571500"/>
          </a:xfrm>
        </p:grpSpPr>
        <p:sp>
          <p:nvSpPr>
            <p:cNvPr id="425" name="Google Shape;42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8"/>
        <p:cNvGrpSpPr/>
        <p:nvPr/>
      </p:nvGrpSpPr>
      <p:grpSpPr>
        <a:xfrm>
          <a:off x="0" y="0"/>
          <a:ext cx="0" cy="0"/>
          <a:chOff x="0" y="0"/>
          <a:chExt cx="0" cy="0"/>
        </a:xfrm>
      </p:grpSpPr>
      <p:sp>
        <p:nvSpPr>
          <p:cNvPr id="429" name="Google Shape;429;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5" name="Google Shape;44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798"/>
          <p:cNvGrpSpPr/>
          <p:nvPr/>
        </p:nvGrpSpPr>
        <p:grpSpPr>
          <a:xfrm>
            <a:off x="662575" y="6212475"/>
            <a:ext cx="586800" cy="571500"/>
            <a:chOff x="662575" y="6212475"/>
            <a:chExt cx="586800" cy="571500"/>
          </a:xfrm>
        </p:grpSpPr>
        <p:sp>
          <p:nvSpPr>
            <p:cNvPr id="448" name="Google Shape;44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798"/>
          <p:cNvGrpSpPr/>
          <p:nvPr/>
        </p:nvGrpSpPr>
        <p:grpSpPr>
          <a:xfrm>
            <a:off x="7894350" y="6212475"/>
            <a:ext cx="586800" cy="571500"/>
            <a:chOff x="7894350" y="6212475"/>
            <a:chExt cx="586800" cy="571500"/>
          </a:xfrm>
        </p:grpSpPr>
        <p:sp>
          <p:nvSpPr>
            <p:cNvPr id="452" name="Google Shape;45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5"/>
        <p:cNvGrpSpPr/>
        <p:nvPr/>
      </p:nvGrpSpPr>
      <p:grpSpPr>
        <a:xfrm>
          <a:off x="0" y="0"/>
          <a:ext cx="0" cy="0"/>
          <a:chOff x="0" y="0"/>
          <a:chExt cx="0" cy="0"/>
        </a:xfrm>
      </p:grpSpPr>
      <p:sp>
        <p:nvSpPr>
          <p:cNvPr id="456" name="Google Shape;456;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4" name="Google Shape;46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5" name="Google Shape;46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6" name="Google Shape;46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7" name="Google Shape;46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8" name="Google Shape;46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9" name="Google Shape;46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0" name="Google Shape;47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1" name="Google Shape;47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3" name="Google Shape;47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4" name="Google Shape;47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5" name="Google Shape;475;g2c157a2fb06_0_825"/>
          <p:cNvGrpSpPr/>
          <p:nvPr/>
        </p:nvGrpSpPr>
        <p:grpSpPr>
          <a:xfrm>
            <a:off x="662575" y="6212475"/>
            <a:ext cx="586800" cy="571500"/>
            <a:chOff x="662575" y="6212475"/>
            <a:chExt cx="586800" cy="571500"/>
          </a:xfrm>
        </p:grpSpPr>
        <p:sp>
          <p:nvSpPr>
            <p:cNvPr id="476" name="Google Shape;47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825"/>
          <p:cNvGrpSpPr/>
          <p:nvPr/>
        </p:nvGrpSpPr>
        <p:grpSpPr>
          <a:xfrm>
            <a:off x="7894350" y="6212475"/>
            <a:ext cx="586800" cy="571500"/>
            <a:chOff x="7894350" y="6212475"/>
            <a:chExt cx="586800" cy="571500"/>
          </a:xfrm>
        </p:grpSpPr>
        <p:sp>
          <p:nvSpPr>
            <p:cNvPr id="480" name="Google Shape;48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3"/>
        <p:cNvGrpSpPr/>
        <p:nvPr/>
      </p:nvGrpSpPr>
      <p:grpSpPr>
        <a:xfrm>
          <a:off x="0" y="0"/>
          <a:ext cx="0" cy="0"/>
          <a:chOff x="0" y="0"/>
          <a:chExt cx="0" cy="0"/>
        </a:xfrm>
      </p:grpSpPr>
      <p:sp>
        <p:nvSpPr>
          <p:cNvPr id="484" name="Google Shape;484;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6" name="Google Shape;48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7" name="Google Shape;487;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0" name="Google Shape;49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8" name="Google Shape;49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9" name="Google Shape;49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0" name="Google Shape;51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700"/>
          <p:cNvGrpSpPr/>
          <p:nvPr/>
        </p:nvGrpSpPr>
        <p:grpSpPr>
          <a:xfrm>
            <a:off x="662575" y="6212475"/>
            <a:ext cx="586800" cy="571500"/>
            <a:chOff x="662575" y="6212475"/>
            <a:chExt cx="586800" cy="571500"/>
          </a:xfrm>
        </p:grpSpPr>
        <p:sp>
          <p:nvSpPr>
            <p:cNvPr id="515" name="Google Shape;51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700"/>
          <p:cNvGrpSpPr/>
          <p:nvPr/>
        </p:nvGrpSpPr>
        <p:grpSpPr>
          <a:xfrm>
            <a:off x="7894350" y="6212475"/>
            <a:ext cx="586800" cy="571500"/>
            <a:chOff x="7894350" y="6212475"/>
            <a:chExt cx="586800" cy="571500"/>
          </a:xfrm>
        </p:grpSpPr>
        <p:sp>
          <p:nvSpPr>
            <p:cNvPr id="519" name="Google Shape;51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2"/>
        <p:cNvGrpSpPr/>
        <p:nvPr/>
      </p:nvGrpSpPr>
      <p:grpSpPr>
        <a:xfrm>
          <a:off x="0" y="0"/>
          <a:ext cx="0" cy="0"/>
          <a:chOff x="0" y="0"/>
          <a:chExt cx="0" cy="0"/>
        </a:xfrm>
      </p:grpSpPr>
      <p:sp>
        <p:nvSpPr>
          <p:cNvPr id="523" name="Google Shape;523;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5" name="Google Shape;52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9" name="Google Shape;52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0" name="Google Shape;530;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2" name="Google Shape;53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3" name="Google Shape;53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5" name="Google Shape;53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6" name="Google Shape;536;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2" name="Google Shape;542;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3" name="Google Shape;543;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4" name="Google Shape;544;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3" name="Google Shape;553;g2c157a2fb06_0_932"/>
          <p:cNvGrpSpPr/>
          <p:nvPr/>
        </p:nvGrpSpPr>
        <p:grpSpPr>
          <a:xfrm>
            <a:off x="662575" y="6212475"/>
            <a:ext cx="586800" cy="571500"/>
            <a:chOff x="662575" y="6212475"/>
            <a:chExt cx="586800" cy="571500"/>
          </a:xfrm>
        </p:grpSpPr>
        <p:sp>
          <p:nvSpPr>
            <p:cNvPr id="554" name="Google Shape;55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7" name="Google Shape;557;g2c157a2fb06_0_932"/>
          <p:cNvGrpSpPr/>
          <p:nvPr/>
        </p:nvGrpSpPr>
        <p:grpSpPr>
          <a:xfrm>
            <a:off x="7894350" y="6212475"/>
            <a:ext cx="586800" cy="571500"/>
            <a:chOff x="7894350" y="6212475"/>
            <a:chExt cx="586800" cy="571500"/>
          </a:xfrm>
        </p:grpSpPr>
        <p:sp>
          <p:nvSpPr>
            <p:cNvPr id="558" name="Google Shape;55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1"/>
        <p:cNvGrpSpPr/>
        <p:nvPr/>
      </p:nvGrpSpPr>
      <p:grpSpPr>
        <a:xfrm>
          <a:off x="0" y="0"/>
          <a:ext cx="0" cy="0"/>
          <a:chOff x="0" y="0"/>
          <a:chExt cx="0" cy="0"/>
        </a:xfrm>
      </p:grpSpPr>
      <p:sp>
        <p:nvSpPr>
          <p:cNvPr id="562" name="Google Shape;562;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8" name="Google Shape;56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9" name="Google Shape;56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0" name="Google Shape;57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1" name="Google Shape;57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4" name="Google Shape;58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5" name="Google Shape;58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7" name="Google Shape;58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8" name="Google Shape;58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9" name="Google Shape;589;g2c157a2fb06_0_1045"/>
          <p:cNvGrpSpPr/>
          <p:nvPr/>
        </p:nvGrpSpPr>
        <p:grpSpPr>
          <a:xfrm>
            <a:off x="662575" y="6212475"/>
            <a:ext cx="586800" cy="571500"/>
            <a:chOff x="662575" y="6212475"/>
            <a:chExt cx="586800" cy="571500"/>
          </a:xfrm>
        </p:grpSpPr>
        <p:sp>
          <p:nvSpPr>
            <p:cNvPr id="590" name="Google Shape;59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3" name="Google Shape;593;g2c157a2fb06_0_1045"/>
          <p:cNvGrpSpPr/>
          <p:nvPr/>
        </p:nvGrpSpPr>
        <p:grpSpPr>
          <a:xfrm>
            <a:off x="7894350" y="6212475"/>
            <a:ext cx="586800" cy="571500"/>
            <a:chOff x="7894350" y="6212475"/>
            <a:chExt cx="586800" cy="571500"/>
          </a:xfrm>
        </p:grpSpPr>
        <p:sp>
          <p:nvSpPr>
            <p:cNvPr id="594" name="Google Shape;59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7"/>
        <p:cNvGrpSpPr/>
        <p:nvPr/>
      </p:nvGrpSpPr>
      <p:grpSpPr>
        <a:xfrm>
          <a:off x="0" y="0"/>
          <a:ext cx="0" cy="0"/>
          <a:chOff x="0" y="0"/>
          <a:chExt cx="0" cy="0"/>
        </a:xfrm>
      </p:grpSpPr>
      <p:sp>
        <p:nvSpPr>
          <p:cNvPr id="598" name="Google Shape;598;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0" name="Google Shape;60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1" name="Google Shape;601;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4" name="Google Shape;60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4" name="Google Shape;614;g2c157a2fb06_0_1110"/>
          <p:cNvGrpSpPr/>
          <p:nvPr/>
        </p:nvGrpSpPr>
        <p:grpSpPr>
          <a:xfrm>
            <a:off x="5806200" y="1807463"/>
            <a:ext cx="756300" cy="146700"/>
            <a:chOff x="5806200" y="1807463"/>
            <a:chExt cx="756300" cy="146700"/>
          </a:xfrm>
        </p:grpSpPr>
        <p:sp>
          <p:nvSpPr>
            <p:cNvPr id="615" name="Google Shape;61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9" name="Google Shape;61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0" name="Google Shape;620;g2c157a2fb06_0_1110"/>
          <p:cNvGrpSpPr/>
          <p:nvPr/>
        </p:nvGrpSpPr>
        <p:grpSpPr>
          <a:xfrm>
            <a:off x="5806200" y="2842438"/>
            <a:ext cx="756300" cy="146700"/>
            <a:chOff x="5806200" y="1807463"/>
            <a:chExt cx="756300" cy="146700"/>
          </a:xfrm>
        </p:grpSpPr>
        <p:sp>
          <p:nvSpPr>
            <p:cNvPr id="621" name="Google Shape;621;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4" name="Google Shape;624;g2c157a2fb06_0_1110"/>
          <p:cNvGrpSpPr/>
          <p:nvPr/>
        </p:nvGrpSpPr>
        <p:grpSpPr>
          <a:xfrm>
            <a:off x="5806200" y="3877413"/>
            <a:ext cx="756300" cy="146700"/>
            <a:chOff x="5806200" y="1807463"/>
            <a:chExt cx="756300" cy="146700"/>
          </a:xfrm>
        </p:grpSpPr>
        <p:sp>
          <p:nvSpPr>
            <p:cNvPr id="625" name="Google Shape;62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110"/>
          <p:cNvGrpSpPr/>
          <p:nvPr/>
        </p:nvGrpSpPr>
        <p:grpSpPr>
          <a:xfrm>
            <a:off x="662575" y="6212475"/>
            <a:ext cx="586800" cy="571500"/>
            <a:chOff x="662575" y="6212475"/>
            <a:chExt cx="586800" cy="571500"/>
          </a:xfrm>
        </p:grpSpPr>
        <p:sp>
          <p:nvSpPr>
            <p:cNvPr id="629" name="Google Shape;629;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2" name="Google Shape;632;g2c157a2fb06_0_1110"/>
          <p:cNvGrpSpPr/>
          <p:nvPr/>
        </p:nvGrpSpPr>
        <p:grpSpPr>
          <a:xfrm>
            <a:off x="7894350" y="6212475"/>
            <a:ext cx="586800" cy="571500"/>
            <a:chOff x="7894350" y="6212475"/>
            <a:chExt cx="586800" cy="571500"/>
          </a:xfrm>
        </p:grpSpPr>
        <p:sp>
          <p:nvSpPr>
            <p:cNvPr id="633" name="Google Shape;633;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6"/>
        <p:cNvGrpSpPr/>
        <p:nvPr/>
      </p:nvGrpSpPr>
      <p:grpSpPr>
        <a:xfrm>
          <a:off x="0" y="0"/>
          <a:ext cx="0" cy="0"/>
          <a:chOff x="0" y="0"/>
          <a:chExt cx="0" cy="0"/>
        </a:xfrm>
      </p:grpSpPr>
      <p:sp>
        <p:nvSpPr>
          <p:cNvPr id="637" name="Google Shape;63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1" name="Google Shape;64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4" name="Google Shape;64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0" name="Google Shape;650;p30"/>
          <p:cNvGrpSpPr/>
          <p:nvPr/>
        </p:nvGrpSpPr>
        <p:grpSpPr>
          <a:xfrm>
            <a:off x="6022940" y="5341706"/>
            <a:ext cx="594501" cy="305904"/>
            <a:chOff x="5672081" y="1914352"/>
            <a:chExt cx="792668" cy="305904"/>
          </a:xfrm>
        </p:grpSpPr>
        <p:sp>
          <p:nvSpPr>
            <p:cNvPr id="651" name="Google Shape;65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3" name="Google Shape;65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4" name="Google Shape;65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3" name="Google Shape;66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7" name="Google Shape;67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0" name="Google Shape;68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1" name="Google Shape;68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2"/>
        <p:cNvGrpSpPr/>
        <p:nvPr/>
      </p:nvGrpSpPr>
      <p:grpSpPr>
        <a:xfrm>
          <a:off x="0" y="0"/>
          <a:ext cx="0" cy="0"/>
          <a:chOff x="0" y="0"/>
          <a:chExt cx="0" cy="0"/>
        </a:xfrm>
      </p:grpSpPr>
      <p:sp>
        <p:nvSpPr>
          <p:cNvPr id="683" name="Google Shape;68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4" name="Google Shape;68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5" name="Google Shape;68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6"/>
        <p:cNvGrpSpPr/>
        <p:nvPr/>
      </p:nvGrpSpPr>
      <p:grpSpPr>
        <a:xfrm>
          <a:off x="0" y="0"/>
          <a:ext cx="0" cy="0"/>
          <a:chOff x="0" y="0"/>
          <a:chExt cx="0" cy="0"/>
        </a:xfrm>
      </p:grpSpPr>
      <p:sp>
        <p:nvSpPr>
          <p:cNvPr id="687" name="Google Shape;68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8" name="Google Shape;68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9" name="Google Shape;68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5.xml"/><Relationship Id="rId5" Type="http://schemas.openxmlformats.org/officeDocument/2006/relationships/image" Target="../media/image10.png"/><Relationship Id="rId10" Type="http://schemas.openxmlformats.org/officeDocument/2006/relationships/slide" Target="slide12.xml"/><Relationship Id="rId4" Type="http://schemas.openxmlformats.org/officeDocument/2006/relationships/image" Target="../media/image9.png"/><Relationship Id="rId9" Type="http://schemas.openxmlformats.org/officeDocument/2006/relationships/slide" Target="slide10.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s/_rels/slide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5.png"/><Relationship Id="rId9" Type="http://schemas.openxmlformats.org/officeDocument/2006/relationships/image" Target="../media/image70.png"/><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notesSlide" Target="../notesSlides/notesSlide6.xml"/><Relationship Id="rId16" Type="http://schemas.openxmlformats.org/officeDocument/2006/relationships/image" Target="../media/image87.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3.png"/><Relationship Id="rId26" Type="http://schemas.openxmlformats.org/officeDocument/2006/relationships/image" Target="../media/image111.png"/><Relationship Id="rId3" Type="http://schemas.openxmlformats.org/officeDocument/2006/relationships/image" Target="../media/image88.png"/><Relationship Id="rId21" Type="http://schemas.openxmlformats.org/officeDocument/2006/relationships/image" Target="../media/image106.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5" Type="http://schemas.openxmlformats.org/officeDocument/2006/relationships/image" Target="../media/image110.png"/><Relationship Id="rId2" Type="http://schemas.openxmlformats.org/officeDocument/2006/relationships/notesSlide" Target="../notesSlides/notesSlide7.xml"/><Relationship Id="rId16" Type="http://schemas.openxmlformats.org/officeDocument/2006/relationships/image" Target="../media/image101.png"/><Relationship Id="rId20" Type="http://schemas.openxmlformats.org/officeDocument/2006/relationships/image" Target="../media/image105.png"/><Relationship Id="rId29"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91.png"/><Relationship Id="rId11" Type="http://schemas.openxmlformats.org/officeDocument/2006/relationships/image" Target="../media/image96.png"/><Relationship Id="rId24" Type="http://schemas.openxmlformats.org/officeDocument/2006/relationships/image" Target="../media/image109.png"/><Relationship Id="rId5" Type="http://schemas.openxmlformats.org/officeDocument/2006/relationships/image" Target="../media/image90.png"/><Relationship Id="rId15" Type="http://schemas.openxmlformats.org/officeDocument/2006/relationships/image" Target="../media/image100.png"/><Relationship Id="rId23" Type="http://schemas.openxmlformats.org/officeDocument/2006/relationships/image" Target="../media/image108.png"/><Relationship Id="rId28" Type="http://schemas.openxmlformats.org/officeDocument/2006/relationships/image" Target="../media/image113.png"/><Relationship Id="rId10" Type="http://schemas.openxmlformats.org/officeDocument/2006/relationships/image" Target="../media/image95.png"/><Relationship Id="rId19" Type="http://schemas.openxmlformats.org/officeDocument/2006/relationships/image" Target="../media/image104.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 Id="rId22" Type="http://schemas.openxmlformats.org/officeDocument/2006/relationships/image" Target="../media/image107.png"/><Relationship Id="rId27" Type="http://schemas.openxmlformats.org/officeDocument/2006/relationships/image" Target="../media/image112.png"/><Relationship Id="rId30" Type="http://schemas.openxmlformats.org/officeDocument/2006/relationships/image" Target="../media/image115.png"/></Relationships>
</file>

<file path=ppt/slides/_rels/slide8.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9.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1.png"/><Relationship Id="rId5" Type="http://schemas.openxmlformats.org/officeDocument/2006/relationships/image" Target="../media/image13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1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1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54.png"/><Relationship Id="rId4" Type="http://schemas.openxmlformats.org/officeDocument/2006/relationships/image" Target="../media/image153.png"/></Relationships>
</file>

<file path=ppt/slides/_rels/slide1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64.png"/><Relationship Id="rId4" Type="http://schemas.openxmlformats.org/officeDocument/2006/relationships/image" Target="../media/image163.png"/></Relationships>
</file>

<file path=ppt/slides/_rels/slide2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67.png"/><Relationship Id="rId4" Type="http://schemas.openxmlformats.org/officeDocument/2006/relationships/image" Target="../media/image166.png"/></Relationships>
</file>

<file path=ppt/slides/_rels/slide22.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70.png"/><Relationship Id="rId4" Type="http://schemas.openxmlformats.org/officeDocument/2006/relationships/image" Target="../media/image1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
          <p:cNvSpPr txBox="1">
            <a:spLocks noGrp="1"/>
          </p:cNvSpPr>
          <p:nvPr>
            <p:ph type="subTitle" idx="1"/>
          </p:nvPr>
        </p:nvSpPr>
        <p:spPr>
          <a:xfrm>
            <a:off x="884098" y="2716650"/>
            <a:ext cx="2901300" cy="845400"/>
          </a:xfrm>
          <a:prstGeom prst="rect">
            <a:avLst/>
          </a:prstGeom>
          <a:noFill/>
          <a:ln>
            <a:noFill/>
          </a:ln>
        </p:spPr>
        <p:txBody>
          <a:bodyPr spcFirstLastPara="1" wrap="square" lIns="0" tIns="0" rIns="0" bIns="0" anchor="t" anchorCtr="0">
            <a:normAutofit lnSpcReduction="10000"/>
          </a:bodyPr>
          <a:lstStyle/>
          <a:p>
            <a:pPr marL="0" lvl="0" indent="0" algn="l" rtl="0">
              <a:lnSpc>
                <a:spcPct val="100000"/>
              </a:lnSpc>
              <a:spcBef>
                <a:spcPts val="0"/>
              </a:spcBef>
              <a:spcAft>
                <a:spcPts val="0"/>
              </a:spcAft>
              <a:buClr>
                <a:srgbClr val="262626"/>
              </a:buClr>
              <a:buSzPts val="3600"/>
              <a:buNone/>
            </a:pPr>
            <a:r>
              <a:rPr lang="en-US" sz="3000"/>
              <a:t>Review aw wh ph oe</a:t>
            </a:r>
            <a:endParaRPr sz="3000"/>
          </a:p>
        </p:txBody>
      </p:sp>
      <p:sp>
        <p:nvSpPr>
          <p:cNvPr id="695" name="Google Shape;695;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15</a:t>
            </a:r>
            <a:endParaRPr/>
          </a:p>
        </p:txBody>
      </p:sp>
      <p:graphicFrame>
        <p:nvGraphicFramePr>
          <p:cNvPr id="696" name="Google Shape;696;p1"/>
          <p:cNvGraphicFramePr/>
          <p:nvPr/>
        </p:nvGraphicFramePr>
        <p:xfrm>
          <a:off x="4844200" y="1891197"/>
          <a:ext cx="3785000" cy="1678950"/>
        </p:xfrm>
        <a:graphic>
          <a:graphicData uri="http://schemas.openxmlformats.org/drawingml/2006/table">
            <a:tbl>
              <a:tblPr firstRow="1" bandRow="1">
                <a:noFill/>
                <a:tableStyleId>{4971E715-7C3C-43D4-A85C-800385715F69}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wh</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ph</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7" name="Google Shape;69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8" name="Google Shape;69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0" name="Google Shape;700;p1"/>
          <p:cNvPicPr preferRelativeResize="0"/>
          <p:nvPr/>
        </p:nvPicPr>
        <p:blipFill rotWithShape="1">
          <a:blip r:embed="rId3">
            <a:alphaModFix/>
          </a:blip>
          <a:srcRect l="19" r="1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pic>
        <p:nvPicPr>
          <p:cNvPr id="701" name="Google Shape;701;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02" name="Google Shape;702;p1"/>
          <p:cNvPicPr preferRelativeResize="0"/>
          <p:nvPr/>
        </p:nvPicPr>
        <p:blipFill rotWithShape="1">
          <a:blip r:embed="rId5">
            <a:alphaModFix/>
          </a:blip>
          <a:srcRect l="19" r="19"/>
          <a:stretch/>
        </p:blipFill>
        <p:spPr>
          <a:xfrm rot="-313763">
            <a:off x="5408681" y="3900402"/>
            <a:ext cx="1208040" cy="1709822"/>
          </a:xfrm>
          <a:prstGeom prst="rect">
            <a:avLst/>
          </a:prstGeom>
          <a:noFill/>
          <a:ln>
            <a:noFill/>
          </a:ln>
          <a:effectLst>
            <a:outerShdw blurRad="71438" dist="38100" dir="5220000" algn="bl" rotWithShape="0">
              <a:srgbClr val="000000">
                <a:alpha val="20000"/>
              </a:srgbClr>
            </a:outerShdw>
          </a:effectLst>
        </p:spPr>
      </p:pic>
      <p:pic>
        <p:nvPicPr>
          <p:cNvPr id="703" name="Google Shape;703;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review </a:t>
            </a:r>
            <a:r>
              <a:rPr lang="en-US">
                <a:solidFill>
                  <a:srgbClr val="8DC63F"/>
                </a:solidFill>
              </a:rPr>
              <a:t>aw wh ph oe</a:t>
            </a:r>
            <a:r>
              <a:rPr lang="en-US"/>
              <a:t>.</a:t>
            </a:r>
            <a:endParaRPr/>
          </a:p>
        </p:txBody>
      </p:sp>
      <p:sp>
        <p:nvSpPr>
          <p:cNvPr id="710" name="Google Shape;710;g2bee4f4af4b_0_204"/>
          <p:cNvSpPr txBox="1">
            <a:spLocks noGrp="1"/>
          </p:cNvSpPr>
          <p:nvPr>
            <p:ph type="body" idx="2"/>
          </p:nvPr>
        </p:nvSpPr>
        <p:spPr>
          <a:xfrm>
            <a:off x="3298550" y="2235850"/>
            <a:ext cx="55179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&amp; 5 Common Exception Words </a:t>
            </a:r>
            <a:endParaRPr/>
          </a:p>
          <a:p>
            <a:pPr marL="457200" lvl="0" indent="-330200" algn="l" rtl="0">
              <a:lnSpc>
                <a:spcPct val="100000"/>
              </a:lnSpc>
              <a:spcBef>
                <a:spcPts val="0"/>
              </a:spcBef>
              <a:spcAft>
                <a:spcPts val="0"/>
              </a:spcAft>
              <a:buSzPts val="1600"/>
              <a:buChar char="•"/>
            </a:pPr>
            <a:r>
              <a:rPr lang="en-US">
                <a:solidFill>
                  <a:srgbClr val="2356AF"/>
                </a:solidFill>
              </a:rPr>
              <a:t>said like out have some come was what so old do little one</a:t>
            </a:r>
            <a:endParaRPr/>
          </a:p>
          <a:p>
            <a:pPr marL="457200" lvl="0" indent="-330200" algn="l" rtl="0">
              <a:lnSpc>
                <a:spcPct val="100000"/>
              </a:lnSpc>
              <a:spcBef>
                <a:spcPts val="0"/>
              </a:spcBef>
              <a:spcAft>
                <a:spcPts val="0"/>
              </a:spcAft>
              <a:buSzPts val="1600"/>
              <a:buChar char="•"/>
            </a:pPr>
            <a:r>
              <a:rPr lang="en-US">
                <a:solidFill>
                  <a:srgbClr val="2356AF"/>
                </a:solidFill>
              </a:rPr>
              <a:t>today house mouse hour because Mr Mrs Ms where</a:t>
            </a:r>
            <a:endParaRPr/>
          </a:p>
        </p:txBody>
      </p:sp>
      <p:sp>
        <p:nvSpPr>
          <p:cNvPr id="711" name="Google Shape;71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20" name="Google Shape;72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1" name="Google Shape;721;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2" name="Google Shape;72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23" name="Google Shape;723;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24" name="Google Shape;724;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5" name="Google Shape;725;g2bee4f4af4b_0_204"/>
          <p:cNvPicPr preferRelativeResize="0"/>
          <p:nvPr/>
        </p:nvPicPr>
        <p:blipFill rotWithShape="1">
          <a:blip r:embed="rId7">
            <a:alphaModFix/>
          </a:blip>
          <a:srcRect l="69" r="69"/>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26" name="Google Shape;72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29" name="Google Shape;729;g2bee4f4af4b_0_204">
            <a:hlinkClick r:id="rId9" action="ppaction://hlinksldjump"/>
          </p:cNvPr>
          <p:cNvSpPr/>
          <p:nvPr/>
        </p:nvSpPr>
        <p:spPr>
          <a:xfrm>
            <a:off x="1050649"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10" action="ppaction://hlinksldjump"/>
          </p:cNvPr>
          <p:cNvSpPr/>
          <p:nvPr/>
        </p:nvSpPr>
        <p:spPr>
          <a:xfrm>
            <a:off x="2422027"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31" name="Google Shape;731;g2bee4f4af4b_0_204">
            <a:hlinkClick r:id="rId11" action="ppaction://hlinksldjump"/>
          </p:cNvPr>
          <p:cNvSpPr/>
          <p:nvPr/>
        </p:nvSpPr>
        <p:spPr>
          <a:xfrm>
            <a:off x="3587448" y="375918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bee4f4af4b_0_204">
            <a:hlinkClick r:id="rId12" action="ppaction://hlinksldjump"/>
          </p:cNvPr>
          <p:cNvSpPr/>
          <p:nvPr/>
        </p:nvSpPr>
        <p:spPr>
          <a:xfrm>
            <a:off x="4867687" y="378851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3" name="Google Shape;733;g2bee4f4af4b_0_204">
            <a:hlinkClick r:id="rId13" action="ppaction://hlinksldjump"/>
          </p:cNvPr>
          <p:cNvSpPr/>
          <p:nvPr/>
        </p:nvSpPr>
        <p:spPr>
          <a:xfrm>
            <a:off x="5973733" y="374437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bee4f4af4b_0_204">
            <a:hlinkClick r:id="rId14" action="ppaction://hlinksldjump"/>
          </p:cNvPr>
          <p:cNvSpPr/>
          <p:nvPr/>
        </p:nvSpPr>
        <p:spPr>
          <a:xfrm>
            <a:off x="7306712" y="378851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1" name="Google Shape;741;g26b641b03cd_0_165"/>
          <p:cNvGrpSpPr/>
          <p:nvPr/>
        </p:nvGrpSpPr>
        <p:grpSpPr>
          <a:xfrm>
            <a:off x="930400" y="2053244"/>
            <a:ext cx="7283200" cy="3724851"/>
            <a:chOff x="930400" y="2129444"/>
            <a:chExt cx="7283200" cy="3724851"/>
          </a:xfrm>
        </p:grpSpPr>
        <p:pic>
          <p:nvPicPr>
            <p:cNvPr id="742" name="Google Shape;74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71" name="Google Shape;771;g26b7edf6e71_0_26"/>
          <p:cNvGrpSpPr/>
          <p:nvPr/>
        </p:nvGrpSpPr>
        <p:grpSpPr>
          <a:xfrm>
            <a:off x="930400" y="2053250"/>
            <a:ext cx="7283201" cy="2971674"/>
            <a:chOff x="930400" y="2129450"/>
            <a:chExt cx="7283201" cy="2971674"/>
          </a:xfrm>
        </p:grpSpPr>
        <p:pic>
          <p:nvPicPr>
            <p:cNvPr id="772" name="Google Shape;77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2" name="Google Shape;78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7" name="Google Shape;807;g2c298da1f27_0_417"/>
          <p:cNvPicPr preferRelativeResize="0"/>
          <p:nvPr/>
        </p:nvPicPr>
        <p:blipFill rotWithShape="1">
          <a:blip r:embed="rId3">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1"/>
              </a:srgbClr>
            </a:outerShdw>
          </a:effectLst>
        </p:spPr>
      </p:pic>
      <p:pic>
        <p:nvPicPr>
          <p:cNvPr id="808" name="Google Shape;808;g2c298da1f27_0_417"/>
          <p:cNvPicPr preferRelativeResize="0"/>
          <p:nvPr/>
        </p:nvPicPr>
        <p:blipFill rotWithShape="1">
          <a:blip r:embed="rId4">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09" name="Google Shape;809;g2c298da1f27_0_417"/>
          <p:cNvPicPr preferRelativeResize="0"/>
          <p:nvPr/>
        </p:nvPicPr>
        <p:blipFill rotWithShape="1">
          <a:blip r:embed="rId5">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6">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c298da1f27_0_417"/>
          <p:cNvPicPr preferRelativeResize="0"/>
          <p:nvPr/>
        </p:nvPicPr>
        <p:blipFill rotWithShape="1">
          <a:blip r:embed="rId7">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c298da1f27_0_417"/>
          <p:cNvPicPr preferRelativeResize="0"/>
          <p:nvPr/>
        </p:nvPicPr>
        <p:blipFill rotWithShape="1">
          <a:blip r:embed="rId8">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13" name="Google Shape;813;g2c298da1f27_0_417"/>
          <p:cNvPicPr preferRelativeResize="0"/>
          <p:nvPr/>
        </p:nvPicPr>
        <p:blipFill rotWithShape="1">
          <a:blip r:embed="rId9">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4" name="Google Shape;814;g2c298da1f27_0_417"/>
          <p:cNvPicPr preferRelativeResize="0"/>
          <p:nvPr/>
        </p:nvPicPr>
        <p:blipFill rotWithShape="1">
          <a:blip r:embed="rId10">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2c298da1f27_0_417"/>
          <p:cNvPicPr preferRelativeResize="0"/>
          <p:nvPr/>
        </p:nvPicPr>
        <p:blipFill rotWithShape="1">
          <a:blip r:embed="rId11">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16" name="Google Shape;816;g2c298da1f27_0_417"/>
          <p:cNvPicPr preferRelativeResize="0"/>
          <p:nvPr/>
        </p:nvPicPr>
        <p:blipFill rotWithShape="1">
          <a:blip r:embed="rId12">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1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2c298da1f27_0_417"/>
          <p:cNvPicPr preferRelativeResize="0"/>
          <p:nvPr/>
        </p:nvPicPr>
        <p:blipFill rotWithShape="1">
          <a:blip r:embed="rId14">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5" name="Google Shape;825;g26b7edf6e71_0_109"/>
          <p:cNvGrpSpPr/>
          <p:nvPr/>
        </p:nvGrpSpPr>
        <p:grpSpPr>
          <a:xfrm>
            <a:off x="865957" y="2135925"/>
            <a:ext cx="7282807" cy="2686611"/>
            <a:chOff x="867357" y="2129450"/>
            <a:chExt cx="7282807" cy="2686611"/>
          </a:xfrm>
        </p:grpSpPr>
        <p:pic>
          <p:nvPicPr>
            <p:cNvPr id="826" name="Google Shape;82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6" name="Google Shape;846;g2c298d33e0c_0_6"/>
          <p:cNvGrpSpPr/>
          <p:nvPr/>
        </p:nvGrpSpPr>
        <p:grpSpPr>
          <a:xfrm>
            <a:off x="866900" y="2079100"/>
            <a:ext cx="7281864" cy="2684601"/>
            <a:chOff x="868300" y="2129450"/>
            <a:chExt cx="7281864" cy="2684601"/>
          </a:xfrm>
        </p:grpSpPr>
        <p:pic>
          <p:nvPicPr>
            <p:cNvPr id="847" name="Google Shape;84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1" name="Google Shape;85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1" name="Google Shape;881;g2c298da1f27_0_455"/>
          <p:cNvGrpSpPr/>
          <p:nvPr/>
        </p:nvGrpSpPr>
        <p:grpSpPr>
          <a:xfrm>
            <a:off x="868300" y="2129450"/>
            <a:ext cx="7281864" cy="2684601"/>
            <a:chOff x="868300" y="2053250"/>
            <a:chExt cx="7281864" cy="2684601"/>
          </a:xfrm>
        </p:grpSpPr>
        <p:pic>
          <p:nvPicPr>
            <p:cNvPr id="882" name="Google Shape;88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901" name="Google Shape;901;g2c298da1f27_1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6" name="Google Shape;91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17" name="Google Shape;91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18" name="Google Shape;918;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19" name="Google Shape;919;g2c186218c5a_0_17"/>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20" name="Google Shape;920;g2c186218c5a_0_17"/>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1" name="Google Shape;921;g2c186218c5a_0_17"/>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28" name="Google Shape;92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9" name="Google Shape;92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0" name="Google Shape;930;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1" name="Google Shape;931;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32" name="Google Shape;932;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3" name="Google Shape;933;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0" name="Google Shape;94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41" name="Google Shape;9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2" name="Google Shape;942;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3" name="Google Shape;943;g2c186218c5a_0_25"/>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944" name="Google Shape;944;g2c186218c5a_0_25"/>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45" name="Google Shape;945;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2" name="Google Shape;95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53" name="Google Shape;9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4" name="Google Shape;954;g26b641b03cd_0_192"/>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55" name="Google Shape;955;g26b641b03cd_0_192"/>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956" name="Google Shape;956;g26b641b03cd_0_192"/>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57" name="Google Shape;957;g26b641b03cd_0_192"/>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4" name="Google Shape;96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5" name="Google Shape;96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66" name="Google Shape;966;g26b641b03cd_0_204"/>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7" name="Google Shape;967;g26b641b03cd_0_204"/>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8" name="Google Shape;968;g26b641b03cd_0_204"/>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9" name="Google Shape;969;g26b641b03cd_0_204"/>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76" name="Google Shape;97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77" name="Google Shape;9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8" name="Google Shape;978;g2c186218c5a_0_48"/>
          <p:cNvPicPr preferRelativeResize="0"/>
          <p:nvPr/>
        </p:nvPicPr>
        <p:blipFill rotWithShape="1">
          <a:blip r:embed="rId3">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9" name="Google Shape;979;g2c186218c5a_0_48"/>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0" name="Google Shape;980;g2c186218c5a_0_48"/>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1" name="Google Shape;981;g2c186218c5a_0_48"/>
          <p:cNvPicPr preferRelativeResize="0"/>
          <p:nvPr/>
        </p:nvPicPr>
        <p:blipFill rotWithShape="1">
          <a:blip r:embed="rId6">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8" name="Google Shape;98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89" name="Google Shape;98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0" name="Google Shape;990;g26b641b03cd_0_213"/>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991" name="Google Shape;991;g26b641b03cd_0_213"/>
          <p:cNvPicPr preferRelativeResize="0"/>
          <p:nvPr/>
        </p:nvPicPr>
        <p:blipFill rotWithShape="1">
          <a:blip r:embed="rId4">
            <a:alphaModFix/>
          </a:blip>
          <a:srcRect l="228" r="228"/>
          <a:stretch/>
        </p:blipFill>
        <p:spPr>
          <a:xfrm>
            <a:off x="855725" y="1962801"/>
            <a:ext cx="1740571" cy="2426700"/>
          </a:xfrm>
          <a:prstGeom prst="rect">
            <a:avLst/>
          </a:prstGeom>
          <a:noFill/>
          <a:ln>
            <a:noFill/>
          </a:ln>
          <a:effectLst>
            <a:outerShdw blurRad="85725" dist="19050" dir="5400000" algn="bl" rotWithShape="0">
              <a:srgbClr val="000000">
                <a:alpha val="20000"/>
              </a:srgbClr>
            </a:outerShdw>
          </a:effectLst>
        </p:spPr>
      </p:pic>
      <p:pic>
        <p:nvPicPr>
          <p:cNvPr id="992" name="Google Shape;992;g26b641b03cd_0_213"/>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3" name="Google Shape;993;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0" name="Google Shape;100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01" name="Google Shape;100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2" name="Google Shape;1002;g2c186218c5a_0_149"/>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03" name="Google Shape;1003;g2c186218c5a_0_149"/>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04" name="Google Shape;1004;g2c186218c5a_0_149"/>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05" name="Google Shape;1005;g2c186218c5a_0_149"/>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6b641b03cd_0_301"/>
          <p:cNvSpPr txBox="1">
            <a:spLocks noGrp="1"/>
          </p:cNvSpPr>
          <p:nvPr>
            <p:ph type="title"/>
          </p:nvPr>
        </p:nvSpPr>
        <p:spPr>
          <a:xfrm>
            <a:off x="779850" y="5568500"/>
            <a:ext cx="7584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12" name="Google Shape;101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3" name="Google Shape;101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14" name="Google Shape;1014;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d0d110b87d_0_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21" name="Google Shape;1021;g2d0d110b87d_0_1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22" name="Google Shape;1022;g2d0d110b87d_0_16"/>
          <p:cNvSpPr txBox="1">
            <a:spLocks noGrp="1"/>
          </p:cNvSpPr>
          <p:nvPr>
            <p:ph type="title"/>
          </p:nvPr>
        </p:nvSpPr>
        <p:spPr>
          <a:xfrm>
            <a:off x="831525" y="5568500"/>
            <a:ext cx="7480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23" name="Google Shape;1023;g2d0d110b87d_0_16"/>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6b641b03cd_0_315"/>
          <p:cNvSpPr txBox="1">
            <a:spLocks noGrp="1"/>
          </p:cNvSpPr>
          <p:nvPr>
            <p:ph type="title"/>
          </p:nvPr>
        </p:nvSpPr>
        <p:spPr>
          <a:xfrm>
            <a:off x="894675" y="5568500"/>
            <a:ext cx="7354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0" name="Google Shape;103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31" name="Google Shape;1031;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2" name="Google Shape;1032;g26b641b03cd_0_315"/>
          <p:cNvPicPr preferRelativeResize="0"/>
          <p:nvPr/>
        </p:nvPicPr>
        <p:blipFill rotWithShape="1">
          <a:blip r:embed="rId3">
            <a:alphaModFix/>
          </a:blip>
          <a:srcRect l="69" r="69"/>
          <a:stretch/>
        </p:blipFill>
        <p:spPr>
          <a:xfrm>
            <a:off x="1573850" y="989125"/>
            <a:ext cx="2883610" cy="2163754"/>
          </a:xfrm>
          <a:prstGeom prst="rect">
            <a:avLst/>
          </a:prstGeom>
          <a:noFill/>
          <a:ln>
            <a:noFill/>
          </a:ln>
          <a:effectLst>
            <a:outerShdw blurRad="57150" dist="19050" dir="5400000" algn="bl" rotWithShape="0">
              <a:srgbClr val="000000">
                <a:alpha val="20000"/>
              </a:srgbClr>
            </a:outerShdw>
          </a:effectLst>
        </p:spPr>
      </p:pic>
      <p:pic>
        <p:nvPicPr>
          <p:cNvPr id="1033" name="Google Shape;1033;g26b641b03cd_0_315"/>
          <p:cNvPicPr preferRelativeResize="0"/>
          <p:nvPr/>
        </p:nvPicPr>
        <p:blipFill rotWithShape="1">
          <a:blip r:embed="rId4">
            <a:alphaModFix/>
          </a:blip>
          <a:srcRect l="69" r="69"/>
          <a:stretch/>
        </p:blipFill>
        <p:spPr>
          <a:xfrm>
            <a:off x="4686540" y="989125"/>
            <a:ext cx="2883610" cy="2163754"/>
          </a:xfrm>
          <a:prstGeom prst="rect">
            <a:avLst/>
          </a:prstGeom>
          <a:noFill/>
          <a:ln>
            <a:noFill/>
          </a:ln>
          <a:effectLst>
            <a:outerShdw blurRad="57150" dist="19050" dir="5400000" algn="bl" rotWithShape="0">
              <a:srgbClr val="000000">
                <a:alpha val="20000"/>
              </a:srgbClr>
            </a:outerShdw>
          </a:effectLst>
        </p:spPr>
      </p:pic>
      <p:pic>
        <p:nvPicPr>
          <p:cNvPr id="1034" name="Google Shape;1034;g26b641b03cd_0_315"/>
          <p:cNvPicPr preferRelativeResize="0"/>
          <p:nvPr/>
        </p:nvPicPr>
        <p:blipFill rotWithShape="1">
          <a:blip r:embed="rId5">
            <a:alphaModFix/>
          </a:blip>
          <a:srcRect t="19" b="29"/>
          <a:stretch/>
        </p:blipFill>
        <p:spPr>
          <a:xfrm>
            <a:off x="3130195" y="3239947"/>
            <a:ext cx="2883610" cy="216375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41" name="Google Shape;104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42" name="Google Shape;104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3" name="Google Shape;1043;g26b641b03cd_1_0"/>
          <p:cNvPicPr preferRelativeResize="0"/>
          <p:nvPr/>
        </p:nvPicPr>
        <p:blipFill rotWithShape="1">
          <a:blip r:embed="rId3">
            <a:alphaModFix/>
          </a:blip>
          <a:srcRect/>
          <a:stretch/>
        </p:blipFill>
        <p:spPr>
          <a:xfrm>
            <a:off x="1581825" y="994975"/>
            <a:ext cx="2875940" cy="2158018"/>
          </a:xfrm>
          <a:prstGeom prst="rect">
            <a:avLst/>
          </a:prstGeom>
          <a:noFill/>
          <a:ln>
            <a:noFill/>
          </a:ln>
          <a:effectLst>
            <a:outerShdw blurRad="57150" dist="19050" dir="5400000" algn="bl" rotWithShape="0">
              <a:srgbClr val="000000">
                <a:alpha val="20000"/>
              </a:srgbClr>
            </a:outerShdw>
          </a:effectLst>
        </p:spPr>
      </p:pic>
      <p:pic>
        <p:nvPicPr>
          <p:cNvPr id="1044" name="Google Shape;1044;g26b641b03cd_1_0"/>
          <p:cNvPicPr preferRelativeResize="0"/>
          <p:nvPr/>
        </p:nvPicPr>
        <p:blipFill rotWithShape="1">
          <a:blip r:embed="rId4">
            <a:alphaModFix/>
          </a:blip>
          <a:srcRect/>
          <a:stretch/>
        </p:blipFill>
        <p:spPr>
          <a:xfrm>
            <a:off x="4686235" y="994975"/>
            <a:ext cx="2875940" cy="2158018"/>
          </a:xfrm>
          <a:prstGeom prst="rect">
            <a:avLst/>
          </a:prstGeom>
          <a:noFill/>
          <a:ln>
            <a:noFill/>
          </a:ln>
          <a:effectLst>
            <a:outerShdw blurRad="57150" dist="19050" dir="5400000" algn="bl" rotWithShape="0">
              <a:srgbClr val="000000">
                <a:alpha val="20000"/>
              </a:srgbClr>
            </a:outerShdw>
          </a:effectLst>
        </p:spPr>
      </p:pic>
      <p:pic>
        <p:nvPicPr>
          <p:cNvPr id="1045" name="Google Shape;1045;g26b641b03cd_1_0"/>
          <p:cNvPicPr preferRelativeResize="0"/>
          <p:nvPr/>
        </p:nvPicPr>
        <p:blipFill rotWithShape="1">
          <a:blip r:embed="rId5">
            <a:alphaModFix/>
          </a:blip>
          <a:srcRect t="89" b="99"/>
          <a:stretch/>
        </p:blipFill>
        <p:spPr>
          <a:xfrm>
            <a:off x="3134030" y="3239832"/>
            <a:ext cx="2875940" cy="215801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pic>
        <p:nvPicPr>
          <p:cNvPr id="1051" name="Google Shape;1051;g2dac2c34b73_0_92"/>
          <p:cNvPicPr preferRelativeResize="0"/>
          <p:nvPr/>
        </p:nvPicPr>
        <p:blipFill rotWithShape="1">
          <a:blip r:embed="rId3">
            <a:alphaModFix/>
          </a:blip>
          <a:srcRect l="573" r="572"/>
          <a:stretch/>
        </p:blipFill>
        <p:spPr>
          <a:xfrm>
            <a:off x="4392597" y="2697413"/>
            <a:ext cx="3906212" cy="2453951"/>
          </a:xfrm>
          <a:prstGeom prst="rect">
            <a:avLst/>
          </a:prstGeom>
          <a:noFill/>
          <a:ln>
            <a:noFill/>
          </a:ln>
        </p:spPr>
      </p:pic>
      <p:pic>
        <p:nvPicPr>
          <p:cNvPr id="1052" name="Google Shape;1052;g2dac2c34b73_0_92"/>
          <p:cNvPicPr preferRelativeResize="0"/>
          <p:nvPr/>
        </p:nvPicPr>
        <p:blipFill rotWithShape="1">
          <a:blip r:embed="rId4">
            <a:alphaModFix/>
          </a:blip>
          <a:srcRect t="709" b="718"/>
          <a:stretch/>
        </p:blipFill>
        <p:spPr>
          <a:xfrm>
            <a:off x="879153" y="2714147"/>
            <a:ext cx="3362575" cy="1091031"/>
          </a:xfrm>
          <a:prstGeom prst="rect">
            <a:avLst/>
          </a:prstGeom>
          <a:noFill/>
          <a:ln>
            <a:noFill/>
          </a:ln>
        </p:spPr>
      </p:pic>
      <p:pic>
        <p:nvPicPr>
          <p:cNvPr id="1053" name="Google Shape;1053;g2dac2c34b73_0_92"/>
          <p:cNvPicPr preferRelativeResize="0"/>
          <p:nvPr/>
        </p:nvPicPr>
        <p:blipFill rotWithShape="1">
          <a:blip r:embed="rId5">
            <a:alphaModFix/>
          </a:blip>
          <a:srcRect l="367" r="366"/>
          <a:stretch/>
        </p:blipFill>
        <p:spPr>
          <a:xfrm>
            <a:off x="815574" y="3906426"/>
            <a:ext cx="3529583"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314</Words>
  <Application>Microsoft Office PowerPoint</Application>
  <PresentationFormat>On-screen Show (4:3)</PresentationFormat>
  <Paragraphs>102</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Poppins</vt:lpstr>
      <vt:lpstr>Arial</vt:lpstr>
      <vt:lpstr>Poppins Medium</vt:lpstr>
      <vt:lpstr>Poppins SemiBold</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2026-05-20T06:14:59Z</dcterms:modified>
</cp:coreProperties>
</file>