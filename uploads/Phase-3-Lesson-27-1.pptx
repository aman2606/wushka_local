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embeddedFontLst>
    <p:embeddedFont>
      <p:font typeface="Jost" panose="020B0604020202020204" charset="0"/>
      <p:regular r:id="rId25"/>
      <p:bold r:id="rId26"/>
      <p:italic r:id="rId27"/>
      <p:boldItalic r:id="rId28"/>
    </p:embeddedFont>
    <p:embeddedFont>
      <p:font typeface="Mulish" panose="020B0604020202020204" charset="0"/>
      <p:regular r:id="rId29"/>
      <p:bold r:id="rId30"/>
      <p:italic r:id="rId31"/>
      <p:boldItalic r:id="rId32"/>
    </p:embeddedFont>
    <p:embeddedFont>
      <p:font typeface="Nunito Black" pitchFamily="2" charset="0"/>
      <p:bold r:id="rId33"/>
      <p:boldItalic r:id="rId34"/>
    </p:embeddedFont>
    <p:embeddedFont>
      <p:font typeface="Poppins" panose="00000500000000000000" pitchFamily="2" charset="0"/>
      <p:regular r:id="rId35"/>
      <p:bold r:id="rId36"/>
      <p:italic r:id="rId37"/>
      <p:boldItalic r:id="rId38"/>
    </p:embeddedFont>
    <p:embeddedFont>
      <p:font typeface="Poppins Medium" panose="00000600000000000000" pitchFamily="2" charset="0"/>
      <p:regular r:id="rId39"/>
      <p:bold r:id="rId40"/>
      <p:italic r:id="rId41"/>
      <p:boldItalic r:id="rId42"/>
    </p:embeddedFont>
    <p:embeddedFont>
      <p:font typeface="Poppins SemiBold" panose="000007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hyi1QsnfcJOplNaC9gSXqQMCl3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7D5651E-3512-4A66-AA47-6538146E8E65}">
  <a:tblStyle styleId="{C7D5651E-3512-4A66-AA47-6538146E8E65}"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font" Target="fonts/font21.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font" Target="fonts/font22.fntdata"/><Relationship Id="rId20" Type="http://schemas.openxmlformats.org/officeDocument/2006/relationships/slide" Target="slides/slide19.xml"/><Relationship Id="rId41" Type="http://schemas.openxmlformats.org/officeDocument/2006/relationships/font" Target="fonts/font17.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2" name="Google Shape;722;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3" name="Google Shape;723;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2" name="Google Shape;752;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3" name="Google Shape;753;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9" name="Google Shape;769;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0" name="Google Shape;770;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0" name="Google Shape;790;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1" name="Google Shape;791;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9" name="Google Shape;799;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0" name="Google Shape;800;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8" name="Google Shape;808;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9" name="Google Shape;809;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7" name="Google Shape;817;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8" name="Google Shape;818;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6" name="Google Shape;82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7" name="Google Shape;82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4" name="Google Shape;834;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5" name="Google Shape;835;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2c6bebc96ee_0_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4" name="Google Shape;864;g2c6bebc96ee_0_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5" name="Google Shape;865;g2c6bebc96ee_0_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4" name="Google Shape;89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5" name="Google Shape;89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2" name="Google Shape;90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3" name="Google Shape;90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1" name="Google Shape;91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2" name="Google Shape;91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0" name="Google Shape;92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1" name="Google Shape;92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9" name="Google Shape;92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0" name="Google Shape;93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8" name="Google Shape;938;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9" name="Google Shape;939;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7" name="Google Shape;947;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8" name="Google Shape;948;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2c6bebc96ee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6" name="Google Shape;956;g2c6bebc96ee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7" name="Google Shape;957;g2c6bebc96ee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2c6bebc96ee_0_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9" name="Google Shape;979;g2c6bebc96ee_0_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0" name="Google Shape;980;g2c6bebc96ee_0_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2"/>
        <p:cNvGrpSpPr/>
        <p:nvPr/>
      </p:nvGrpSpPr>
      <p:grpSpPr>
        <a:xfrm>
          <a:off x="0" y="0"/>
          <a:ext cx="0" cy="0"/>
          <a:chOff x="0" y="0"/>
          <a:chExt cx="0" cy="0"/>
        </a:xfrm>
      </p:grpSpPr>
      <p:sp>
        <p:nvSpPr>
          <p:cNvPr id="1003" name="Google Shape;1003;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4" name="Google Shape;1004;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5" name="Google Shape;1005;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693569"/>
            <a:ext cx="3882600" cy="845400"/>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85450"/>
            <a:ext cx="4850100" cy="15216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140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2006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776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600" b="0" i="0" u="none" strike="noStrike" cap="none">
                <a:solidFill>
                  <a:srgbClr val="FFFFFF"/>
                </a:solidFill>
                <a:latin typeface="Poppins SemiBold"/>
                <a:ea typeface="Poppins SemiBold"/>
                <a:cs typeface="Poppins SemiBold"/>
                <a:sym typeface="Poppins SemiBold"/>
              </a:rPr>
              <a:t>Consonant Digraph 'th' (unvoiced)</a:t>
            </a:r>
            <a:endParaRPr sz="16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63424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600" b="0" i="0" u="none" strike="noStrike" cap="none">
                <a:solidFill>
                  <a:srgbClr val="2F286F"/>
                </a:solidFill>
                <a:latin typeface="Poppins Medium"/>
                <a:ea typeface="Poppins Medium"/>
                <a:cs typeface="Poppins Medium"/>
                <a:sym typeface="Poppins Medium"/>
              </a:rPr>
              <a:t>Week 6 - Tuesday</a:t>
            </a:r>
            <a:endParaRPr sz="16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a:solidFill>
                  <a:srgbClr val="2F286F"/>
                </a:solidFill>
                <a:latin typeface="Poppins Medium"/>
                <a:ea typeface="Poppins Medium"/>
                <a:cs typeface="Poppins Medium"/>
                <a:sym typeface="Poppins Medium"/>
              </a:rPr>
              <a:t>Lesson 27</a:t>
            </a:r>
            <a:endParaRPr sz="16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a:solidFill>
                  <a:srgbClr val="FFFFFF"/>
                </a:solidFill>
                <a:latin typeface="Poppins SemiBold"/>
                <a:ea typeface="Poppins SemiBold"/>
                <a:cs typeface="Poppins SemiBold"/>
                <a:sym typeface="Poppins SemiBold"/>
              </a:rPr>
              <a:t>Phase 3 - Phonics</a:t>
            </a:r>
            <a:endParaRPr sz="16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26"/>
        <p:cNvGrpSpPr/>
        <p:nvPr/>
      </p:nvGrpSpPr>
      <p:grpSpPr>
        <a:xfrm>
          <a:off x="0" y="0"/>
          <a:ext cx="0" cy="0"/>
          <a:chOff x="0" y="0"/>
          <a:chExt cx="0" cy="0"/>
        </a:xfrm>
      </p:grpSpPr>
      <p:sp>
        <p:nvSpPr>
          <p:cNvPr id="127" name="Google Shape;127;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28" name="Google Shape;128;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29" name="Google Shape;129;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0" name="Google Shape;130;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32" name="Google Shape;132;g26b641b03cd_0_260"/>
          <p:cNvGrpSpPr/>
          <p:nvPr/>
        </p:nvGrpSpPr>
        <p:grpSpPr>
          <a:xfrm>
            <a:off x="8199150" y="5983875"/>
            <a:ext cx="586800" cy="571500"/>
            <a:chOff x="7894350" y="6212475"/>
            <a:chExt cx="586800" cy="571500"/>
          </a:xfrm>
        </p:grpSpPr>
        <p:sp>
          <p:nvSpPr>
            <p:cNvPr id="133" name="Google Shape;133;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37" name="Google Shape;137;g26b641b03cd_0_260"/>
          <p:cNvGrpSpPr/>
          <p:nvPr/>
        </p:nvGrpSpPr>
        <p:grpSpPr>
          <a:xfrm>
            <a:off x="-36800" y="-52000"/>
            <a:ext cx="9236100" cy="543750"/>
            <a:chOff x="-36800" y="-52000"/>
            <a:chExt cx="9236100" cy="543750"/>
          </a:xfrm>
        </p:grpSpPr>
        <p:sp>
          <p:nvSpPr>
            <p:cNvPr id="138" name="Google Shape;138;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9" name="Google Shape;139;g26b641b03cd_0_260"/>
            <p:cNvGrpSpPr/>
            <p:nvPr/>
          </p:nvGrpSpPr>
          <p:grpSpPr>
            <a:xfrm>
              <a:off x="1900680" y="88250"/>
              <a:ext cx="1337400" cy="403500"/>
              <a:chOff x="565600" y="88250"/>
              <a:chExt cx="1337400" cy="403500"/>
            </a:xfrm>
          </p:grpSpPr>
          <p:sp>
            <p:nvSpPr>
              <p:cNvPr id="140" name="Google Shape;140;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41" name="Google Shape;141;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42" name="Google Shape;14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43" name="Google Shape;143;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44" name="Google Shape;14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5" name="Google Shape;14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2" name="Google Shape;152;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7.png"/><Relationship Id="rId7" Type="http://schemas.openxmlformats.org/officeDocument/2006/relationships/image" Target="../media/image6.png"/><Relationship Id="rId12" Type="http://schemas.openxmlformats.org/officeDocument/2006/relationships/slide" Target="slide18.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slide" Target="slide17.xml"/><Relationship Id="rId5" Type="http://schemas.openxmlformats.org/officeDocument/2006/relationships/image" Target="../media/image5.png"/><Relationship Id="rId10" Type="http://schemas.openxmlformats.org/officeDocument/2006/relationships/slide" Target="slide15.xml"/><Relationship Id="rId4" Type="http://schemas.openxmlformats.org/officeDocument/2006/relationships/image" Target="../media/image8.png"/><Relationship Id="rId9" Type="http://schemas.openxmlformats.org/officeDocument/2006/relationships/slide" Target="slide8.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5.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png"/><Relationship Id="rId3" Type="http://schemas.openxmlformats.org/officeDocument/2006/relationships/image" Target="../media/image44.png"/><Relationship Id="rId7" Type="http://schemas.openxmlformats.org/officeDocument/2006/relationships/image" Target="../media/image48.png"/><Relationship Id="rId12" Type="http://schemas.openxmlformats.org/officeDocument/2006/relationships/image" Target="../media/image53.png"/><Relationship Id="rId2" Type="http://schemas.openxmlformats.org/officeDocument/2006/relationships/notesSlide" Target="../notesSlides/notesSlide5.xml"/><Relationship Id="rId16"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5" Type="http://schemas.openxmlformats.org/officeDocument/2006/relationships/image" Target="../media/image5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 Id="rId14" Type="http://schemas.openxmlformats.org/officeDocument/2006/relationships/image" Target="../media/image5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
          <p:cNvSpPr txBox="1">
            <a:spLocks noGrp="1"/>
          </p:cNvSpPr>
          <p:nvPr>
            <p:ph type="subTitle" idx="1"/>
          </p:nvPr>
        </p:nvSpPr>
        <p:spPr>
          <a:xfrm>
            <a:off x="884092" y="2693569"/>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a:t>Consonant Digraph 'th' (unvoiced)</a:t>
            </a:r>
            <a:endParaRPr/>
          </a:p>
        </p:txBody>
      </p:sp>
      <p:sp>
        <p:nvSpPr>
          <p:cNvPr id="683" name="Google Shape;683;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1"/>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27</a:t>
            </a:r>
            <a:endParaRPr/>
          </a:p>
        </p:txBody>
      </p:sp>
      <p:sp>
        <p:nvSpPr>
          <p:cNvPr id="686" name="Google Shape;686;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7" name="Google Shape;687;p1"/>
          <p:cNvPicPr preferRelativeResize="0"/>
          <p:nvPr/>
        </p:nvPicPr>
        <p:blipFill rotWithShape="1">
          <a:blip r:embed="rId3">
            <a:alphaModFix/>
          </a:blip>
          <a:srcRect/>
          <a:stretch/>
        </p:blipFill>
        <p:spPr>
          <a:xfrm rot="150969">
            <a:off x="3933041" y="4493835"/>
            <a:ext cx="2493519" cy="997851"/>
          </a:xfrm>
          <a:prstGeom prst="rect">
            <a:avLst/>
          </a:prstGeom>
          <a:noFill/>
          <a:ln>
            <a:noFill/>
          </a:ln>
          <a:effectLst>
            <a:outerShdw blurRad="71438" dist="38100" dir="5220000" algn="bl" rotWithShape="0">
              <a:srgbClr val="000000">
                <a:alpha val="20784"/>
              </a:srgbClr>
            </a:outerShdw>
          </a:effectLst>
        </p:spPr>
      </p:pic>
      <p:pic>
        <p:nvPicPr>
          <p:cNvPr id="688" name="Google Shape;688;p1"/>
          <p:cNvPicPr preferRelativeResize="0"/>
          <p:nvPr/>
        </p:nvPicPr>
        <p:blipFill rotWithShape="1">
          <a:blip r:embed="rId4">
            <a:alphaModFix/>
          </a:blip>
          <a:srcRect t="89" b="99"/>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89" name="Google Shape;689;p1"/>
          <p:cNvPicPr preferRelativeResize="0"/>
          <p:nvPr/>
        </p:nvPicPr>
        <p:blipFill rotWithShape="1">
          <a:blip r:embed="rId5">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graphicFrame>
        <p:nvGraphicFramePr>
          <p:cNvPr id="690" name="Google Shape;690;p1"/>
          <p:cNvGraphicFramePr/>
          <p:nvPr/>
        </p:nvGraphicFramePr>
        <p:xfrm>
          <a:off x="4844200" y="1891197"/>
          <a:ext cx="3784950" cy="1678950"/>
        </p:xfrm>
        <a:graphic>
          <a:graphicData uri="http://schemas.openxmlformats.org/drawingml/2006/table">
            <a:tbl>
              <a:tblPr firstRow="1" bandRow="1">
                <a:noFill/>
                <a:tableStyleId>{C7D5651E-3512-4A66-AA47-6538146E8E65}</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th</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691" name="Google Shape;691;p1"/>
          <p:cNvCxnSpPr/>
          <p:nvPr/>
        </p:nvCxnSpPr>
        <p:spPr>
          <a:xfrm rot="10800000" flipH="1">
            <a:off x="7974450" y="2287200"/>
            <a:ext cx="35400" cy="24000"/>
          </a:xfrm>
          <a:prstGeom prst="straightConnector1">
            <a:avLst/>
          </a:prstGeom>
          <a:noFill/>
          <a:ln w="19050" cap="flat" cmpd="sng">
            <a:solidFill>
              <a:srgbClr val="000000"/>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consonant digraph </a:t>
            </a:r>
            <a:r>
              <a:rPr lang="en-US">
                <a:solidFill>
                  <a:srgbClr val="8DC63F"/>
                </a:solidFill>
              </a:rPr>
              <a:t>th</a:t>
            </a:r>
            <a:r>
              <a:rPr lang="en-US"/>
              <a:t> (unvoiced).</a:t>
            </a:r>
            <a:endParaRPr/>
          </a:p>
        </p:txBody>
      </p:sp>
      <p:sp>
        <p:nvSpPr>
          <p:cNvPr id="698" name="Google Shape;698;g2bee4f4af4b_0_204"/>
          <p:cNvSpPr txBox="1">
            <a:spLocks noGrp="1"/>
          </p:cNvSpPr>
          <p:nvPr>
            <p:ph type="body" idx="2"/>
          </p:nvPr>
        </p:nvSpPr>
        <p:spPr>
          <a:xfrm>
            <a:off x="3298550" y="1785450"/>
            <a:ext cx="4850100" cy="15216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a:t>
            </a:r>
            <a:br>
              <a:rPr lang="en-US">
                <a:solidFill>
                  <a:srgbClr val="2356AF"/>
                </a:solidFill>
              </a:rPr>
            </a:br>
            <a:r>
              <a:rPr lang="en-US">
                <a:solidFill>
                  <a:srgbClr val="2356AF"/>
                </a:solidFill>
              </a:rPr>
              <a:t>pull full.</a:t>
            </a:r>
            <a:endParaRPr/>
          </a:p>
        </p:txBody>
      </p:sp>
      <p:sp>
        <p:nvSpPr>
          <p:cNvPr id="699" name="Google Shape;699;g2bee4f4af4b_0_204"/>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0" name="Google Shape;70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703" name="Google Shape;70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4" name="Google Shape;70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5" name="Google Shape;705;g2bee4f4af4b_0_204"/>
          <p:cNvPicPr preferRelativeResize="0"/>
          <p:nvPr/>
        </p:nvPicPr>
        <p:blipFill rotWithShape="1">
          <a:blip r:embed="rId4">
            <a:alphaModFix/>
          </a:blip>
          <a:srcRect l="69" r="69"/>
          <a:stretch/>
        </p:blipFill>
        <p:spPr>
          <a:xfrm>
            <a:off x="3786506" y="4169988"/>
            <a:ext cx="813600" cy="977433"/>
          </a:xfrm>
          <a:prstGeom prst="rect">
            <a:avLst/>
          </a:prstGeom>
          <a:noFill/>
          <a:ln>
            <a:noFill/>
          </a:ln>
          <a:effectLst>
            <a:outerShdw blurRad="71438" dist="19050" dir="5220000" algn="bl" rotWithShape="0">
              <a:srgbClr val="D8D8D8"/>
            </a:outerShdw>
          </a:effectLst>
        </p:spPr>
      </p:pic>
      <p:sp>
        <p:nvSpPr>
          <p:cNvPr id="706" name="Google Shape;70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09" name="Google Shape;709;g2bee4f4af4b_0_204"/>
          <p:cNvSpPr txBox="1"/>
          <p:nvPr/>
        </p:nvSpPr>
        <p:spPr>
          <a:xfrm>
            <a:off x="61464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10" name="Google Shape;710;g2bee4f4af4b_0_204"/>
          <p:cNvSpPr txBox="1"/>
          <p:nvPr/>
        </p:nvSpPr>
        <p:spPr>
          <a:xfrm>
            <a:off x="59391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11" name="Google Shape;711;g2bee4f4af4b_0_204"/>
          <p:cNvPicPr preferRelativeResize="0"/>
          <p:nvPr/>
        </p:nvPicPr>
        <p:blipFill rotWithShape="1">
          <a:blip r:embed="rId6">
            <a:alphaModFix/>
          </a:blip>
          <a:srcRect/>
          <a:stretch/>
        </p:blipFill>
        <p:spPr>
          <a:xfrm>
            <a:off x="6159846" y="4363493"/>
            <a:ext cx="786850" cy="590422"/>
          </a:xfrm>
          <a:prstGeom prst="rect">
            <a:avLst/>
          </a:prstGeom>
          <a:noFill/>
          <a:ln>
            <a:noFill/>
          </a:ln>
          <a:effectLst>
            <a:outerShdw blurRad="71438" dist="19050" dir="5220000" algn="bl" rotWithShape="0">
              <a:srgbClr val="D8D8D8"/>
            </a:outerShdw>
          </a:effectLst>
        </p:spPr>
      </p:pic>
      <p:sp>
        <p:nvSpPr>
          <p:cNvPr id="712" name="Google Shape;712;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3" name="Google Shape;713;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4" name="Google Shape;714;g2bee4f4af4b_0_204"/>
          <p:cNvPicPr preferRelativeResize="0"/>
          <p:nvPr/>
        </p:nvPicPr>
        <p:blipFill rotWithShape="1">
          <a:blip r:embed="rId7">
            <a:alphaModFix/>
          </a:blip>
          <a:srcRect t="89" b="9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5" name="Google Shape;715;g2bee4f4af4b_0_204">
            <a:hlinkClick r:id="rId8" action="ppaction://hlinksldjump"/>
          </p:cNvPr>
          <p:cNvSpPr/>
          <p:nvPr/>
        </p:nvSpPr>
        <p:spPr>
          <a:xfrm>
            <a:off x="996651" y="3913920"/>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6" name="Google Shape;716;g2bee4f4af4b_0_204">
            <a:hlinkClick r:id="rId9" action="ppaction://hlinksldjump"/>
          </p:cNvPr>
          <p:cNvSpPr/>
          <p:nvPr/>
        </p:nvSpPr>
        <p:spPr>
          <a:xfrm>
            <a:off x="2430038" y="384492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7" name="Google Shape;717;g2bee4f4af4b_0_204">
            <a:hlinkClick r:id="rId10" action="ppaction://hlinksldjump"/>
          </p:cNvPr>
          <p:cNvSpPr/>
          <p:nvPr/>
        </p:nvSpPr>
        <p:spPr>
          <a:xfrm>
            <a:off x="3616114" y="3794702"/>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8" name="Google Shape;718;g2bee4f4af4b_0_204">
            <a:hlinkClick r:id="rId11" action="ppaction://hlinksldjump"/>
          </p:cNvPr>
          <p:cNvSpPr/>
          <p:nvPr/>
        </p:nvSpPr>
        <p:spPr>
          <a:xfrm>
            <a:off x="4885411" y="3794702"/>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9" name="Google Shape;719;g2bee4f4af4b_0_204">
            <a:hlinkClick r:id="rId12" action="ppaction://hlinksldjump"/>
          </p:cNvPr>
          <p:cNvSpPr/>
          <p:nvPr/>
        </p:nvSpPr>
        <p:spPr>
          <a:xfrm>
            <a:off x="6042811" y="3777999"/>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6" name="Google Shape;726;g26b641b03cd_0_165"/>
          <p:cNvGrpSpPr/>
          <p:nvPr/>
        </p:nvGrpSpPr>
        <p:grpSpPr>
          <a:xfrm>
            <a:off x="930400" y="2129444"/>
            <a:ext cx="7283200" cy="3724851"/>
            <a:chOff x="930400" y="2129444"/>
            <a:chExt cx="7283200" cy="3724851"/>
          </a:xfrm>
        </p:grpSpPr>
        <p:pic>
          <p:nvPicPr>
            <p:cNvPr id="727" name="Google Shape;727;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56" name="Google Shape;756;g26b7edf6e71_0_26"/>
          <p:cNvPicPr preferRelativeResize="0"/>
          <p:nvPr/>
        </p:nvPicPr>
        <p:blipFill rotWithShape="1">
          <a:blip r:embed="rId3">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686"/>
              </a:srgbClr>
            </a:outerShdw>
          </a:effectLst>
        </p:spPr>
      </p:pic>
      <p:pic>
        <p:nvPicPr>
          <p:cNvPr id="757" name="Google Shape;757;g26b7edf6e71_0_26"/>
          <p:cNvPicPr preferRelativeResize="0"/>
          <p:nvPr/>
        </p:nvPicPr>
        <p:blipFill rotWithShape="1">
          <a:blip r:embed="rId4">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686"/>
              </a:srgbClr>
            </a:outerShdw>
          </a:effectLst>
        </p:spPr>
      </p:pic>
      <p:pic>
        <p:nvPicPr>
          <p:cNvPr id="758" name="Google Shape;758;g26b7edf6e71_0_26"/>
          <p:cNvPicPr preferRelativeResize="0"/>
          <p:nvPr/>
        </p:nvPicPr>
        <p:blipFill rotWithShape="1">
          <a:blip r:embed="rId5">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686"/>
              </a:srgbClr>
            </a:outerShdw>
          </a:effectLst>
        </p:spPr>
      </p:pic>
      <p:pic>
        <p:nvPicPr>
          <p:cNvPr id="759" name="Google Shape;759;g26b7edf6e71_0_26"/>
          <p:cNvPicPr preferRelativeResize="0"/>
          <p:nvPr/>
        </p:nvPicPr>
        <p:blipFill rotWithShape="1">
          <a:blip r:embed="rId6">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686"/>
              </a:srgbClr>
            </a:outerShdw>
          </a:effectLst>
        </p:spPr>
      </p:pic>
      <p:pic>
        <p:nvPicPr>
          <p:cNvPr id="760" name="Google Shape;760;g26b7edf6e71_0_26"/>
          <p:cNvPicPr preferRelativeResize="0"/>
          <p:nvPr/>
        </p:nvPicPr>
        <p:blipFill rotWithShape="1">
          <a:blip r:embed="rId7">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686"/>
              </a:srgbClr>
            </a:outerShdw>
          </a:effectLst>
        </p:spPr>
      </p:pic>
      <p:pic>
        <p:nvPicPr>
          <p:cNvPr id="761" name="Google Shape;761;g26b7edf6e71_0_26"/>
          <p:cNvPicPr preferRelativeResize="0"/>
          <p:nvPr/>
        </p:nvPicPr>
        <p:blipFill rotWithShape="1">
          <a:blip r:embed="rId8">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686"/>
              </a:srgbClr>
            </a:outerShdw>
          </a:effectLst>
        </p:spPr>
      </p:pic>
      <p:pic>
        <p:nvPicPr>
          <p:cNvPr id="762" name="Google Shape;762;g26b7edf6e71_0_26"/>
          <p:cNvPicPr preferRelativeResize="0"/>
          <p:nvPr/>
        </p:nvPicPr>
        <p:blipFill rotWithShape="1">
          <a:blip r:embed="rId9">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686"/>
              </a:srgbClr>
            </a:outerShdw>
          </a:effectLst>
        </p:spPr>
      </p:pic>
      <p:pic>
        <p:nvPicPr>
          <p:cNvPr id="763" name="Google Shape;763;g26b7edf6e71_0_26"/>
          <p:cNvPicPr preferRelativeResize="0"/>
          <p:nvPr/>
        </p:nvPicPr>
        <p:blipFill rotWithShape="1">
          <a:blip r:embed="rId10">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686"/>
              </a:srgbClr>
            </a:outerShdw>
          </a:effectLst>
        </p:spPr>
      </p:pic>
      <p:pic>
        <p:nvPicPr>
          <p:cNvPr id="764" name="Google Shape;764;g26b7edf6e71_0_26"/>
          <p:cNvPicPr preferRelativeResize="0"/>
          <p:nvPr/>
        </p:nvPicPr>
        <p:blipFill rotWithShape="1">
          <a:blip r:embed="rId11">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686"/>
              </a:srgbClr>
            </a:outerShdw>
          </a:effectLst>
        </p:spPr>
      </p:pic>
      <p:pic>
        <p:nvPicPr>
          <p:cNvPr id="765" name="Google Shape;765;g26b7edf6e71_0_26"/>
          <p:cNvPicPr preferRelativeResize="0"/>
          <p:nvPr/>
        </p:nvPicPr>
        <p:blipFill rotWithShape="1">
          <a:blip r:embed="rId12">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686"/>
              </a:srgbClr>
            </a:outerShdw>
          </a:effectLst>
        </p:spPr>
      </p:pic>
      <p:pic>
        <p:nvPicPr>
          <p:cNvPr id="766" name="Google Shape;766;g26b7edf6e71_0_26"/>
          <p:cNvPicPr preferRelativeResize="0"/>
          <p:nvPr/>
        </p:nvPicPr>
        <p:blipFill rotWithShape="1">
          <a:blip r:embed="rId13">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773" name="Google Shape;773;g26b7edf6e71_0_109"/>
          <p:cNvGrpSpPr/>
          <p:nvPr/>
        </p:nvGrpSpPr>
        <p:grpSpPr>
          <a:xfrm>
            <a:off x="867357" y="2129450"/>
            <a:ext cx="7282807" cy="2686611"/>
            <a:chOff x="867357" y="2129450"/>
            <a:chExt cx="7282807" cy="2686611"/>
          </a:xfrm>
        </p:grpSpPr>
        <p:pic>
          <p:nvPicPr>
            <p:cNvPr id="774" name="Google Shape;774;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75" name="Google Shape;775;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76" name="Google Shape;776;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77" name="Google Shape;777;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78" name="Google Shape;778;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79" name="Google Shape;779;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80" name="Google Shape;780;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81" name="Google Shape;781;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82" name="Google Shape;782;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83" name="Google Shape;783;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84" name="Google Shape;784;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85" name="Google Shape;785;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86" name="Google Shape;786;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87" name="Google Shape;787;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94" name="Google Shape;794;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95" name="Google Shape;795;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96" name="Google Shape;796;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03" name="Google Shape;803;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04" name="Google Shape;804;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05" name="Google Shape;805;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12" name="Google Shape;812;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13" name="Google Shape;813;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14" name="Google Shape;814;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21" name="Google Shape;821;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822" name="Google Shape;822;g26b641b03cd_0_19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23" name="Google Shape;823;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28"/>
        <p:cNvGrpSpPr/>
        <p:nvPr/>
      </p:nvGrpSpPr>
      <p:grpSpPr>
        <a:xfrm>
          <a:off x="0" y="0"/>
          <a:ext cx="0" cy="0"/>
          <a:chOff x="0" y="0"/>
          <a:chExt cx="0" cy="0"/>
        </a:xfrm>
      </p:grpSpPr>
      <p:sp>
        <p:nvSpPr>
          <p:cNvPr id="829" name="Google Shape;829;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30" name="Google Shape;830;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31" name="Google Shape;831;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38" name="Google Shape;838;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39" name="Google Shape;839;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40" name="Google Shape;840;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41" name="Google Shape;841;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42" name="Google Shape;842;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43" name="Google Shape;843;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44" name="Google Shape;844;g2c4fd7a3c22_2_0"/>
          <p:cNvGrpSpPr/>
          <p:nvPr/>
        </p:nvGrpSpPr>
        <p:grpSpPr>
          <a:xfrm>
            <a:off x="304250" y="6984600"/>
            <a:ext cx="8330829" cy="808600"/>
            <a:chOff x="-152950" y="7365600"/>
            <a:chExt cx="8330829" cy="808600"/>
          </a:xfrm>
        </p:grpSpPr>
        <p:sp>
          <p:nvSpPr>
            <p:cNvPr id="845" name="Google Shape;845;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46" name="Google Shape;846;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47" name="Google Shape;847;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48" name="Google Shape;848;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49" name="Google Shape;849;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50" name="Google Shape;850;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51" name="Google Shape;851;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52" name="Google Shape;852;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53" name="Google Shape;853;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4" name="Google Shape;854;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55" name="Google Shape;855;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56" name="Google Shape;856;g2c4fd7a3c22_2_0"/>
          <p:cNvSpPr/>
          <p:nvPr/>
        </p:nvSpPr>
        <p:spPr>
          <a:xfrm>
            <a:off x="4122913"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7" name="Google Shape;857;g2c4fd7a3c22_2_0"/>
          <p:cNvSpPr/>
          <p:nvPr/>
        </p:nvSpPr>
        <p:spPr>
          <a:xfrm>
            <a:off x="2935238"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8" name="Google Shape;858;g2c4fd7a3c22_2_0"/>
          <p:cNvSpPr txBox="1"/>
          <p:nvPr/>
        </p:nvSpPr>
        <p:spPr>
          <a:xfrm>
            <a:off x="23655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859" name="Google Shape;859;g2c4fd7a3c22_2_0"/>
          <p:cNvSpPr txBox="1"/>
          <p:nvPr/>
        </p:nvSpPr>
        <p:spPr>
          <a:xfrm>
            <a:off x="3430213"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
        <p:nvSpPr>
          <p:cNvPr id="860" name="Google Shape;860;g2c4fd7a3c22_2_0"/>
          <p:cNvSpPr txBox="1"/>
          <p:nvPr/>
        </p:nvSpPr>
        <p:spPr>
          <a:xfrm>
            <a:off x="4798713" y="1308025"/>
            <a:ext cx="197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FFD400"/>
                </a:solidFill>
                <a:latin typeface="Jost"/>
                <a:ea typeface="Jost"/>
                <a:cs typeface="Jost"/>
                <a:sym typeface="Jost"/>
              </a:rPr>
              <a:t>th</a:t>
            </a:r>
            <a:endParaRPr sz="15000" b="0" i="0" u="none" strike="noStrike" cap="none">
              <a:solidFill>
                <a:srgbClr val="FFD400"/>
              </a:solidFill>
              <a:latin typeface="Jost"/>
              <a:ea typeface="Jost"/>
              <a:cs typeface="Jost"/>
              <a:sym typeface="Jost"/>
            </a:endParaRPr>
          </a:p>
        </p:txBody>
      </p:sp>
      <p:sp>
        <p:nvSpPr>
          <p:cNvPr id="861" name="Google Shape;861;g2c4fd7a3c22_2_0"/>
          <p:cNvSpPr/>
          <p:nvPr/>
        </p:nvSpPr>
        <p:spPr>
          <a:xfrm>
            <a:off x="5078189" y="4056375"/>
            <a:ext cx="14208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g2c6bebc96ee_0_1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68" name="Google Shape;868;g2c6bebc96ee_0_1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69" name="Google Shape;869;g2c6bebc96ee_0_14"/>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0" name="Google Shape;870;g2c6bebc96ee_0_14"/>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1" name="Google Shape;871;g2c6bebc96ee_0_14"/>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2" name="Google Shape;872;g2c6bebc96ee_0_1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3" name="Google Shape;873;g2c6bebc96ee_0_1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74" name="Google Shape;874;g2c6bebc96ee_0_14"/>
          <p:cNvGrpSpPr/>
          <p:nvPr/>
        </p:nvGrpSpPr>
        <p:grpSpPr>
          <a:xfrm>
            <a:off x="304250" y="6984600"/>
            <a:ext cx="8330829" cy="808600"/>
            <a:chOff x="-152950" y="7365600"/>
            <a:chExt cx="8330829" cy="808600"/>
          </a:xfrm>
        </p:grpSpPr>
        <p:sp>
          <p:nvSpPr>
            <p:cNvPr id="875" name="Google Shape;875;g2c6bebc96ee_0_14"/>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76" name="Google Shape;876;g2c6bebc96ee_0_14"/>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77" name="Google Shape;877;g2c6bebc96ee_0_14"/>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78" name="Google Shape;878;g2c6bebc96ee_0_14"/>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79" name="Google Shape;879;g2c6bebc96ee_0_14"/>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80" name="Google Shape;880;g2c6bebc96ee_0_14"/>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81" name="Google Shape;881;g2c6bebc96ee_0_14"/>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82" name="Google Shape;882;g2c6bebc96ee_0_14"/>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83" name="Google Shape;883;g2c6bebc96ee_0_14"/>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4" name="Google Shape;884;g2c6bebc96ee_0_14"/>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85" name="Google Shape;885;g2c6bebc96ee_0_14"/>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86" name="Google Shape;886;g2c6bebc96ee_0_14"/>
          <p:cNvSpPr/>
          <p:nvPr/>
        </p:nvSpPr>
        <p:spPr>
          <a:xfrm>
            <a:off x="4237213"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7" name="Google Shape;887;g2c6bebc96ee_0_14"/>
          <p:cNvSpPr/>
          <p:nvPr/>
        </p:nvSpPr>
        <p:spPr>
          <a:xfrm>
            <a:off x="2897138"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8" name="Google Shape;888;g2c6bebc96ee_0_14"/>
          <p:cNvSpPr txBox="1"/>
          <p:nvPr/>
        </p:nvSpPr>
        <p:spPr>
          <a:xfrm>
            <a:off x="23274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889" name="Google Shape;889;g2c6bebc96ee_0_14"/>
          <p:cNvSpPr txBox="1"/>
          <p:nvPr/>
        </p:nvSpPr>
        <p:spPr>
          <a:xfrm>
            <a:off x="4836813" y="1308025"/>
            <a:ext cx="197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FFD400"/>
                </a:solidFill>
                <a:latin typeface="Jost"/>
                <a:ea typeface="Jost"/>
                <a:cs typeface="Jost"/>
                <a:sym typeface="Jost"/>
              </a:rPr>
              <a:t>th</a:t>
            </a:r>
            <a:endParaRPr sz="15000" b="0" i="0" u="none" strike="noStrike" cap="none">
              <a:solidFill>
                <a:srgbClr val="FFD400"/>
              </a:solidFill>
              <a:latin typeface="Jost"/>
              <a:ea typeface="Jost"/>
              <a:cs typeface="Jost"/>
              <a:sym typeface="Jost"/>
            </a:endParaRPr>
          </a:p>
        </p:txBody>
      </p:sp>
      <p:sp>
        <p:nvSpPr>
          <p:cNvPr id="890" name="Google Shape;890;g2c6bebc96ee_0_14"/>
          <p:cNvSpPr/>
          <p:nvPr/>
        </p:nvSpPr>
        <p:spPr>
          <a:xfrm>
            <a:off x="5116289" y="4056375"/>
            <a:ext cx="14208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1" name="Google Shape;891;g2c6bebc96ee_0_14"/>
          <p:cNvSpPr txBox="1"/>
          <p:nvPr/>
        </p:nvSpPr>
        <p:spPr>
          <a:xfrm>
            <a:off x="36675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98" name="Google Shape;89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99" name="Google Shape;89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06" name="Google Shape;90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07" name="Google Shape;907;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08" name="Google Shape;90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15" name="Google Shape;91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16" name="Google Shape;916;g2c186218c5a_0_48"/>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17" name="Google Shape;91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923" name="Google Shape;92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24" name="Google Shape;92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25" name="Google Shape;925;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26" name="Google Shape;92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33" name="Google Shape;93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34" name="Google Shape;934;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35" name="Google Shape;93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42" name="Google Shape;942;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43" name="Google Shape;943;g26b641b03cd_0_315"/>
          <p:cNvPicPr preferRelativeResize="0"/>
          <p:nvPr/>
        </p:nvPicPr>
        <p:blipFill rotWithShape="1">
          <a:blip r:embed="rId3">
            <a:alphaModFix/>
          </a:blip>
          <a:srcRect/>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44" name="Google Shape;944;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51" name="Google Shape;951;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52" name="Google Shape;952;g26b641b03cd_1_0"/>
          <p:cNvPicPr preferRelativeResize="0"/>
          <p:nvPr/>
        </p:nvPicPr>
        <p:blipFill rotWithShape="1">
          <a:blip r:embed="rId3">
            <a:alphaModFix/>
          </a:blip>
          <a:srcRect l="69" r="6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53" name="Google Shape;953;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59" name="Google Shape;959;g2c6bebc96ee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60" name="Google Shape;960;g2c6bebc96ee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61" name="Google Shape;961;g2c6bebc96ee_0_44"/>
          <p:cNvGrpSpPr/>
          <p:nvPr/>
        </p:nvGrpSpPr>
        <p:grpSpPr>
          <a:xfrm>
            <a:off x="3024000" y="209875"/>
            <a:ext cx="3096000" cy="454800"/>
            <a:chOff x="3024000" y="209875"/>
            <a:chExt cx="3096000" cy="454800"/>
          </a:xfrm>
        </p:grpSpPr>
        <p:sp>
          <p:nvSpPr>
            <p:cNvPr id="962" name="Google Shape;962;g2c6bebc96ee_0_4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3" name="Google Shape;963;g2c6bebc96ee_0_4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64" name="Google Shape;964;g2c6bebc96ee_0_4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65" name="Google Shape;965;g2c6bebc96ee_0_44"/>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66" name="Google Shape;966;g2c6bebc96ee_0_44"/>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67" name="Google Shape;967;g2c6bebc96ee_0_4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68" name="Google Shape;968;g2c6bebc96ee_0_44"/>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69" name="Google Shape;969;g2c6bebc96ee_0_44"/>
          <p:cNvSpPr txBox="1"/>
          <p:nvPr/>
        </p:nvSpPr>
        <p:spPr>
          <a:xfrm>
            <a:off x="1998900" y="1341050"/>
            <a:ext cx="6207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n</a:t>
            </a:r>
            <a:endParaRPr sz="8000" b="0" i="0" u="none" strike="noStrike" cap="none">
              <a:solidFill>
                <a:srgbClr val="2356AF"/>
              </a:solidFill>
              <a:latin typeface="Jost"/>
              <a:ea typeface="Jost"/>
              <a:cs typeface="Jost"/>
              <a:sym typeface="Jost"/>
            </a:endParaRPr>
          </a:p>
        </p:txBody>
      </p:sp>
      <p:sp>
        <p:nvSpPr>
          <p:cNvPr id="970" name="Google Shape;970;g2c6bebc96ee_0_44"/>
          <p:cNvSpPr txBox="1"/>
          <p:nvPr/>
        </p:nvSpPr>
        <p:spPr>
          <a:xfrm>
            <a:off x="6737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FFD400"/>
                </a:solidFill>
                <a:latin typeface="Jost"/>
                <a:ea typeface="Jost"/>
                <a:cs typeface="Jost"/>
                <a:sym typeface="Jost"/>
              </a:rPr>
              <a:t>ck</a:t>
            </a:r>
            <a:endParaRPr sz="8000" b="0" i="0" u="none" strike="noStrike" cap="none">
              <a:solidFill>
                <a:srgbClr val="FFD400"/>
              </a:solidFill>
              <a:latin typeface="Jost"/>
              <a:ea typeface="Jost"/>
              <a:cs typeface="Jost"/>
              <a:sym typeface="Jost"/>
            </a:endParaRPr>
          </a:p>
        </p:txBody>
      </p:sp>
      <p:sp>
        <p:nvSpPr>
          <p:cNvPr id="971" name="Google Shape;971;g2c6bebc96ee_0_44"/>
          <p:cNvSpPr txBox="1"/>
          <p:nvPr/>
        </p:nvSpPr>
        <p:spPr>
          <a:xfrm>
            <a:off x="2816700" y="1341050"/>
            <a:ext cx="823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m</a:t>
            </a:r>
            <a:endParaRPr sz="8000" b="0" i="0" u="none" strike="noStrike" cap="none">
              <a:solidFill>
                <a:srgbClr val="2356AF"/>
              </a:solidFill>
              <a:latin typeface="Jost"/>
              <a:ea typeface="Jost"/>
              <a:cs typeface="Jost"/>
              <a:sym typeface="Jost"/>
            </a:endParaRPr>
          </a:p>
        </p:txBody>
      </p:sp>
      <p:sp>
        <p:nvSpPr>
          <p:cNvPr id="972" name="Google Shape;972;g2c6bebc96ee_0_44"/>
          <p:cNvSpPr txBox="1"/>
          <p:nvPr/>
        </p:nvSpPr>
        <p:spPr>
          <a:xfrm>
            <a:off x="1181100" y="1341050"/>
            <a:ext cx="6207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i</a:t>
            </a:r>
            <a:endParaRPr sz="8000" b="0" i="0" u="none" strike="noStrike" cap="none">
              <a:solidFill>
                <a:srgbClr val="ED1C24"/>
              </a:solidFill>
              <a:latin typeface="Jost"/>
              <a:ea typeface="Jost"/>
              <a:cs typeface="Jost"/>
              <a:sym typeface="Jost"/>
            </a:endParaRPr>
          </a:p>
        </p:txBody>
      </p:sp>
      <p:sp>
        <p:nvSpPr>
          <p:cNvPr id="973" name="Google Shape;973;g2c6bebc96ee_0_44"/>
          <p:cNvSpPr txBox="1"/>
          <p:nvPr/>
        </p:nvSpPr>
        <p:spPr>
          <a:xfrm>
            <a:off x="4674900" y="1341050"/>
            <a:ext cx="823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w</a:t>
            </a:r>
            <a:endParaRPr sz="8000" b="0" i="0" u="none" strike="noStrike" cap="none">
              <a:solidFill>
                <a:srgbClr val="2356AF"/>
              </a:solidFill>
              <a:latin typeface="Jost"/>
              <a:ea typeface="Jost"/>
              <a:cs typeface="Jost"/>
              <a:sym typeface="Jost"/>
            </a:endParaRPr>
          </a:p>
        </p:txBody>
      </p:sp>
      <p:sp>
        <p:nvSpPr>
          <p:cNvPr id="974" name="Google Shape;974;g2c6bebc96ee_0_44"/>
          <p:cNvSpPr txBox="1"/>
          <p:nvPr/>
        </p:nvSpPr>
        <p:spPr>
          <a:xfrm>
            <a:off x="3837000" y="1341050"/>
            <a:ext cx="7170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o</a:t>
            </a:r>
            <a:endParaRPr sz="8000" b="0" i="0" u="none" strike="noStrike" cap="none">
              <a:solidFill>
                <a:srgbClr val="ED1C24"/>
              </a:solidFill>
              <a:latin typeface="Jost"/>
              <a:ea typeface="Jost"/>
              <a:cs typeface="Jost"/>
              <a:sym typeface="Jost"/>
            </a:endParaRPr>
          </a:p>
        </p:txBody>
      </p:sp>
      <p:sp>
        <p:nvSpPr>
          <p:cNvPr id="975" name="Google Shape;975;g2c6bebc96ee_0_44"/>
          <p:cNvSpPr txBox="1"/>
          <p:nvPr/>
        </p:nvSpPr>
        <p:spPr>
          <a:xfrm>
            <a:off x="56190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FFD400"/>
                </a:solidFill>
                <a:latin typeface="Jost"/>
                <a:ea typeface="Jost"/>
                <a:cs typeface="Jost"/>
                <a:sym typeface="Jost"/>
              </a:rPr>
              <a:t>th</a:t>
            </a:r>
            <a:endParaRPr sz="8000" b="0" i="0" u="none" strike="noStrike" cap="none">
              <a:solidFill>
                <a:srgbClr val="FFD400"/>
              </a:solidFill>
              <a:latin typeface="Jost"/>
              <a:ea typeface="Jost"/>
              <a:cs typeface="Jost"/>
              <a:sym typeface="Jost"/>
            </a:endParaRPr>
          </a:p>
        </p:txBody>
      </p:sp>
      <p:cxnSp>
        <p:nvCxnSpPr>
          <p:cNvPr id="976" name="Google Shape;976;g2c6bebc96ee_0_44"/>
          <p:cNvCxnSpPr/>
          <p:nvPr/>
        </p:nvCxnSpPr>
        <p:spPr>
          <a:xfrm>
            <a:off x="1181100" y="3191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g2c6bebc96ee_0_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83" name="Google Shape;983;g2c6bebc96ee_0_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84" name="Google Shape;984;g2c6bebc96ee_0_85"/>
          <p:cNvGrpSpPr/>
          <p:nvPr/>
        </p:nvGrpSpPr>
        <p:grpSpPr>
          <a:xfrm>
            <a:off x="3024000" y="209875"/>
            <a:ext cx="3096000" cy="454800"/>
            <a:chOff x="3024000" y="209875"/>
            <a:chExt cx="3096000" cy="454800"/>
          </a:xfrm>
        </p:grpSpPr>
        <p:sp>
          <p:nvSpPr>
            <p:cNvPr id="985" name="Google Shape;985;g2c6bebc96ee_0_85"/>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6" name="Google Shape;986;g2c6bebc96ee_0_85"/>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87" name="Google Shape;987;g2c6bebc96ee_0_85"/>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88" name="Google Shape;988;g2c6bebc96ee_0_85"/>
          <p:cNvCxnSpPr/>
          <p:nvPr/>
        </p:nvCxnSpPr>
        <p:spPr>
          <a:xfrm>
            <a:off x="1181100" y="3461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989" name="Google Shape;989;g2c6bebc96ee_0_85"/>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0" name="Google Shape;990;g2c6bebc96ee_0_85"/>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1" name="Google Shape;991;g2c6bebc96ee_0_85"/>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92" name="Google Shape;992;g2c6bebc96ee_0_85"/>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93" name="Google Shape;993;g2c6bebc96ee_0_85"/>
          <p:cNvSpPr txBox="1"/>
          <p:nvPr/>
        </p:nvSpPr>
        <p:spPr>
          <a:xfrm>
            <a:off x="1193375" y="3044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thin thick moth with</a:t>
            </a:r>
            <a:endParaRPr sz="1800" b="0" i="0" u="none" strike="noStrike" cap="none">
              <a:solidFill>
                <a:srgbClr val="B7B7B7"/>
              </a:solidFill>
              <a:latin typeface="Jost"/>
              <a:ea typeface="Jost"/>
              <a:cs typeface="Jost"/>
              <a:sym typeface="Jost"/>
            </a:endParaRPr>
          </a:p>
        </p:txBody>
      </p:sp>
      <p:sp>
        <p:nvSpPr>
          <p:cNvPr id="994" name="Google Shape;994;g2c6bebc96ee_0_85"/>
          <p:cNvSpPr txBox="1"/>
          <p:nvPr/>
        </p:nvSpPr>
        <p:spPr>
          <a:xfrm>
            <a:off x="1998900" y="1341050"/>
            <a:ext cx="6207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n</a:t>
            </a:r>
            <a:endParaRPr sz="8000" b="0" i="0" u="none" strike="noStrike" cap="none">
              <a:solidFill>
                <a:srgbClr val="2356AF"/>
              </a:solidFill>
              <a:latin typeface="Jost"/>
              <a:ea typeface="Jost"/>
              <a:cs typeface="Jost"/>
              <a:sym typeface="Jost"/>
            </a:endParaRPr>
          </a:p>
        </p:txBody>
      </p:sp>
      <p:sp>
        <p:nvSpPr>
          <p:cNvPr id="995" name="Google Shape;995;g2c6bebc96ee_0_85"/>
          <p:cNvSpPr txBox="1"/>
          <p:nvPr/>
        </p:nvSpPr>
        <p:spPr>
          <a:xfrm>
            <a:off x="6737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FFD400"/>
                </a:solidFill>
                <a:latin typeface="Jost"/>
                <a:ea typeface="Jost"/>
                <a:cs typeface="Jost"/>
                <a:sym typeface="Jost"/>
              </a:rPr>
              <a:t>ck</a:t>
            </a:r>
            <a:endParaRPr sz="8000" b="0" i="0" u="none" strike="noStrike" cap="none">
              <a:solidFill>
                <a:srgbClr val="FFD400"/>
              </a:solidFill>
              <a:latin typeface="Jost"/>
              <a:ea typeface="Jost"/>
              <a:cs typeface="Jost"/>
              <a:sym typeface="Jost"/>
            </a:endParaRPr>
          </a:p>
        </p:txBody>
      </p:sp>
      <p:sp>
        <p:nvSpPr>
          <p:cNvPr id="996" name="Google Shape;996;g2c6bebc96ee_0_85"/>
          <p:cNvSpPr txBox="1"/>
          <p:nvPr/>
        </p:nvSpPr>
        <p:spPr>
          <a:xfrm>
            <a:off x="2816700" y="1341050"/>
            <a:ext cx="823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m</a:t>
            </a:r>
            <a:endParaRPr sz="8000" b="0" i="0" u="none" strike="noStrike" cap="none">
              <a:solidFill>
                <a:srgbClr val="2356AF"/>
              </a:solidFill>
              <a:latin typeface="Jost"/>
              <a:ea typeface="Jost"/>
              <a:cs typeface="Jost"/>
              <a:sym typeface="Jost"/>
            </a:endParaRPr>
          </a:p>
        </p:txBody>
      </p:sp>
      <p:cxnSp>
        <p:nvCxnSpPr>
          <p:cNvPr id="997" name="Google Shape;997;g2c6bebc96ee_0_85"/>
          <p:cNvCxnSpPr/>
          <p:nvPr/>
        </p:nvCxnSpPr>
        <p:spPr>
          <a:xfrm>
            <a:off x="1181100" y="2920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998" name="Google Shape;998;g2c6bebc96ee_0_85"/>
          <p:cNvSpPr txBox="1"/>
          <p:nvPr/>
        </p:nvSpPr>
        <p:spPr>
          <a:xfrm>
            <a:off x="1181100" y="1341050"/>
            <a:ext cx="6207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i</a:t>
            </a:r>
            <a:endParaRPr sz="8000" b="0" i="0" u="none" strike="noStrike" cap="none">
              <a:solidFill>
                <a:srgbClr val="ED1C24"/>
              </a:solidFill>
              <a:latin typeface="Jost"/>
              <a:ea typeface="Jost"/>
              <a:cs typeface="Jost"/>
              <a:sym typeface="Jost"/>
            </a:endParaRPr>
          </a:p>
        </p:txBody>
      </p:sp>
      <p:sp>
        <p:nvSpPr>
          <p:cNvPr id="999" name="Google Shape;999;g2c6bebc96ee_0_85"/>
          <p:cNvSpPr txBox="1"/>
          <p:nvPr/>
        </p:nvSpPr>
        <p:spPr>
          <a:xfrm>
            <a:off x="4674900" y="1341050"/>
            <a:ext cx="823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w</a:t>
            </a:r>
            <a:endParaRPr sz="8000" b="0" i="0" u="none" strike="noStrike" cap="none">
              <a:solidFill>
                <a:srgbClr val="2356AF"/>
              </a:solidFill>
              <a:latin typeface="Jost"/>
              <a:ea typeface="Jost"/>
              <a:cs typeface="Jost"/>
              <a:sym typeface="Jost"/>
            </a:endParaRPr>
          </a:p>
        </p:txBody>
      </p:sp>
      <p:sp>
        <p:nvSpPr>
          <p:cNvPr id="1000" name="Google Shape;1000;g2c6bebc96ee_0_85"/>
          <p:cNvSpPr txBox="1"/>
          <p:nvPr/>
        </p:nvSpPr>
        <p:spPr>
          <a:xfrm>
            <a:off x="3837000" y="1341050"/>
            <a:ext cx="7170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o</a:t>
            </a:r>
            <a:endParaRPr sz="8000" b="0" i="0" u="none" strike="noStrike" cap="none">
              <a:solidFill>
                <a:srgbClr val="ED1C24"/>
              </a:solidFill>
              <a:latin typeface="Jost"/>
              <a:ea typeface="Jost"/>
              <a:cs typeface="Jost"/>
              <a:sym typeface="Jost"/>
            </a:endParaRPr>
          </a:p>
        </p:txBody>
      </p:sp>
      <p:sp>
        <p:nvSpPr>
          <p:cNvPr id="1001" name="Google Shape;1001;g2c6bebc96ee_0_85"/>
          <p:cNvSpPr txBox="1"/>
          <p:nvPr/>
        </p:nvSpPr>
        <p:spPr>
          <a:xfrm>
            <a:off x="56190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FFD400"/>
                </a:solidFill>
                <a:latin typeface="Jost"/>
                <a:ea typeface="Jost"/>
                <a:cs typeface="Jost"/>
                <a:sym typeface="Jost"/>
              </a:rPr>
              <a:t>th</a:t>
            </a:r>
            <a:endParaRPr sz="8000" b="0" i="0" u="none" strike="noStrike" cap="none">
              <a:solidFill>
                <a:srgbClr val="FFD400"/>
              </a:solidFill>
              <a:latin typeface="Jost"/>
              <a:ea typeface="Jost"/>
              <a:cs typeface="Jost"/>
              <a:sym typeface="Jos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06"/>
        <p:cNvGrpSpPr/>
        <p:nvPr/>
      </p:nvGrpSpPr>
      <p:grpSpPr>
        <a:xfrm>
          <a:off x="0" y="0"/>
          <a:ext cx="0" cy="0"/>
          <a:chOff x="0" y="0"/>
          <a:chExt cx="0" cy="0"/>
        </a:xfrm>
      </p:grpSpPr>
      <p:sp>
        <p:nvSpPr>
          <p:cNvPr id="1007" name="Google Shape;1007;g2c186218c5a_0_118"/>
          <p:cNvSpPr/>
          <p:nvPr/>
        </p:nvSpPr>
        <p:spPr>
          <a:xfrm>
            <a:off x="1130686" y="3600775"/>
            <a:ext cx="902400" cy="902400"/>
          </a:xfrm>
          <a:prstGeom prst="roundRect">
            <a:avLst>
              <a:gd name="adj" fmla="val 16667"/>
            </a:avLst>
          </a:prstGeom>
          <a:solidFill>
            <a:srgbClr val="FFD403"/>
          </a:solidFill>
          <a:ln w="19050"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8" name="Google Shape;1008;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Sort objects/pictures that start with ‘</a:t>
            </a:r>
            <a:r>
              <a:rPr lang="en-US">
                <a:solidFill>
                  <a:srgbClr val="8DC63F"/>
                </a:solidFill>
              </a:rPr>
              <a:t>th</a:t>
            </a:r>
            <a:r>
              <a:rPr lang="en-US"/>
              <a:t>’ voiced and unvoiced, and distinguish between the two different sounds they make.</a:t>
            </a:r>
            <a:endParaRPr/>
          </a:p>
        </p:txBody>
      </p:sp>
      <p:sp>
        <p:nvSpPr>
          <p:cNvPr id="1009" name="Google Shape;1009;g2c186218c5a_0_118"/>
          <p:cNvSpPr txBox="1"/>
          <p:nvPr/>
        </p:nvSpPr>
        <p:spPr>
          <a:xfrm>
            <a:off x="1130687" y="3599425"/>
            <a:ext cx="902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000000"/>
                </a:solidFill>
                <a:latin typeface="Jost"/>
                <a:ea typeface="Jost"/>
                <a:cs typeface="Jost"/>
                <a:sym typeface="Jost"/>
              </a:rPr>
              <a:t>th</a:t>
            </a:r>
            <a:endParaRPr sz="5000" b="0" i="0" u="none" strike="noStrike" cap="none">
              <a:solidFill>
                <a:srgbClr val="000000"/>
              </a:solidFill>
              <a:latin typeface="Jost"/>
              <a:ea typeface="Jost"/>
              <a:cs typeface="Jost"/>
              <a:sym typeface="Jost"/>
            </a:endParaRPr>
          </a:p>
        </p:txBody>
      </p:sp>
      <p:sp>
        <p:nvSpPr>
          <p:cNvPr id="1010" name="Google Shape;1010;g2c186218c5a_0_118"/>
          <p:cNvSpPr txBox="1"/>
          <p:nvPr/>
        </p:nvSpPr>
        <p:spPr>
          <a:xfrm>
            <a:off x="2066375" y="3827425"/>
            <a:ext cx="436500" cy="44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2000" b="0" i="0" u="none" strike="noStrike" cap="none">
                <a:solidFill>
                  <a:srgbClr val="000000"/>
                </a:solidFill>
                <a:latin typeface="Jost"/>
                <a:ea typeface="Jost"/>
                <a:cs typeface="Jost"/>
                <a:sym typeface="Jost"/>
              </a:rPr>
              <a:t>or</a:t>
            </a:r>
            <a:endParaRPr sz="2000" b="0" i="0" u="none" strike="noStrike" cap="none">
              <a:solidFill>
                <a:srgbClr val="000000"/>
              </a:solidFill>
              <a:latin typeface="Jost"/>
              <a:ea typeface="Jost"/>
              <a:cs typeface="Jost"/>
              <a:sym typeface="Jost"/>
            </a:endParaRPr>
          </a:p>
        </p:txBody>
      </p:sp>
      <p:sp>
        <p:nvSpPr>
          <p:cNvPr id="1011" name="Google Shape;1011;g2c186218c5a_0_118"/>
          <p:cNvSpPr txBox="1"/>
          <p:nvPr/>
        </p:nvSpPr>
        <p:spPr>
          <a:xfrm>
            <a:off x="1130675" y="4267676"/>
            <a:ext cx="902400" cy="180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1000" b="0" i="0" u="none" strike="noStrike" cap="none">
                <a:solidFill>
                  <a:srgbClr val="000000"/>
                </a:solidFill>
                <a:latin typeface="Jost"/>
                <a:ea typeface="Jost"/>
                <a:cs typeface="Jost"/>
                <a:sym typeface="Jost"/>
              </a:rPr>
              <a:t>voiced</a:t>
            </a:r>
            <a:endParaRPr sz="1000" b="0" i="0" u="none" strike="noStrike" cap="none">
              <a:solidFill>
                <a:srgbClr val="000000"/>
              </a:solidFill>
              <a:latin typeface="Jost"/>
              <a:ea typeface="Jost"/>
              <a:cs typeface="Jost"/>
              <a:sym typeface="Jost"/>
            </a:endParaRPr>
          </a:p>
        </p:txBody>
      </p:sp>
      <p:sp>
        <p:nvSpPr>
          <p:cNvPr id="1012" name="Google Shape;1012;g2c186218c5a_0_118"/>
          <p:cNvSpPr/>
          <p:nvPr/>
        </p:nvSpPr>
        <p:spPr>
          <a:xfrm>
            <a:off x="2536186" y="3600775"/>
            <a:ext cx="902400" cy="902400"/>
          </a:xfrm>
          <a:prstGeom prst="roundRect">
            <a:avLst>
              <a:gd name="adj" fmla="val 16667"/>
            </a:avLst>
          </a:prstGeom>
          <a:solidFill>
            <a:srgbClr val="FFD403"/>
          </a:solidFill>
          <a:ln w="19050"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3" name="Google Shape;1013;g2c186218c5a_0_118"/>
          <p:cNvSpPr txBox="1"/>
          <p:nvPr/>
        </p:nvSpPr>
        <p:spPr>
          <a:xfrm>
            <a:off x="2536187" y="3599425"/>
            <a:ext cx="902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000000"/>
                </a:solidFill>
                <a:latin typeface="Jost"/>
                <a:ea typeface="Jost"/>
                <a:cs typeface="Jost"/>
                <a:sym typeface="Jost"/>
              </a:rPr>
              <a:t>th</a:t>
            </a:r>
            <a:endParaRPr sz="5000" b="0" i="0" u="none" strike="noStrike" cap="none">
              <a:solidFill>
                <a:srgbClr val="000000"/>
              </a:solidFill>
              <a:latin typeface="Jost"/>
              <a:ea typeface="Jost"/>
              <a:cs typeface="Jost"/>
              <a:sym typeface="Jost"/>
            </a:endParaRPr>
          </a:p>
        </p:txBody>
      </p:sp>
      <p:sp>
        <p:nvSpPr>
          <p:cNvPr id="1014" name="Google Shape;1014;g2c186218c5a_0_118"/>
          <p:cNvSpPr txBox="1"/>
          <p:nvPr/>
        </p:nvSpPr>
        <p:spPr>
          <a:xfrm>
            <a:off x="2536175" y="4267676"/>
            <a:ext cx="902400" cy="180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1000" b="0" i="0" u="none" strike="noStrike" cap="none">
                <a:solidFill>
                  <a:srgbClr val="000000"/>
                </a:solidFill>
                <a:latin typeface="Jost"/>
                <a:ea typeface="Jost"/>
                <a:cs typeface="Jost"/>
                <a:sym typeface="Jost"/>
              </a:rPr>
              <a:t>unvoiced</a:t>
            </a:r>
            <a:endParaRPr sz="1000" b="0" i="0" u="none" strike="noStrike" cap="none">
              <a:solidFill>
                <a:srgbClr val="000000"/>
              </a:solidFill>
              <a:latin typeface="Jost"/>
              <a:ea typeface="Jost"/>
              <a:cs typeface="Jost"/>
              <a:sym typeface="Jost"/>
            </a:endParaRPr>
          </a:p>
        </p:txBody>
      </p:sp>
      <p:pic>
        <p:nvPicPr>
          <p:cNvPr id="1015" name="Google Shape;1015;g2c186218c5a_0_118"/>
          <p:cNvPicPr preferRelativeResize="0"/>
          <p:nvPr/>
        </p:nvPicPr>
        <p:blipFill rotWithShape="1">
          <a:blip r:embed="rId3">
            <a:alphaModFix/>
          </a:blip>
          <a:srcRect/>
          <a:stretch/>
        </p:blipFill>
        <p:spPr>
          <a:xfrm rot="1674120" flipH="1">
            <a:off x="2420074" y="2796125"/>
            <a:ext cx="625325" cy="554525"/>
          </a:xfrm>
          <a:prstGeom prst="rect">
            <a:avLst/>
          </a:prstGeom>
          <a:noFill/>
          <a:ln>
            <a:noFill/>
          </a:ln>
        </p:spPr>
      </p:pic>
      <p:pic>
        <p:nvPicPr>
          <p:cNvPr id="1016" name="Google Shape;1016;g2c186218c5a_0_118"/>
          <p:cNvPicPr preferRelativeResize="0"/>
          <p:nvPr/>
        </p:nvPicPr>
        <p:blipFill rotWithShape="1">
          <a:blip r:embed="rId4">
            <a:alphaModFix/>
          </a:blip>
          <a:srcRect l="69" r="79"/>
          <a:stretch/>
        </p:blipFill>
        <p:spPr>
          <a:xfrm rot="-442593">
            <a:off x="1290906" y="1940606"/>
            <a:ext cx="1175488" cy="1412238"/>
          </a:xfrm>
          <a:prstGeom prst="rect">
            <a:avLst/>
          </a:prstGeom>
          <a:noFill/>
          <a:ln>
            <a:noFill/>
          </a:ln>
          <a:effectLst>
            <a:outerShdw blurRad="57150" dist="9525" dir="2400000" algn="bl" rotWithShape="0">
              <a:srgbClr val="000000">
                <a:alpha val="9803"/>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349</Words>
  <Application>Microsoft Office PowerPoint</Application>
  <PresentationFormat>On-screen Show (4:3)</PresentationFormat>
  <Paragraphs>150</Paragraphs>
  <Slides>22</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Jost</vt:lpstr>
      <vt:lpstr>Poppins Medium</vt:lpstr>
      <vt:lpstr>Nunito Black</vt:lpstr>
      <vt:lpstr>Poppins</vt:lpstr>
      <vt:lpstr>Calibri</vt:lpstr>
      <vt:lpstr>Poppins SemiBold</vt:lpstr>
      <vt:lpstr>Mulish</vt:lpstr>
      <vt:lpstr>Arial</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Hear Phonemes</vt:lpstr>
      <vt:lpstr>Hear Phonemes</vt:lpstr>
      <vt:lpstr>Teach Grapheme Caption</vt:lpstr>
      <vt:lpstr>Review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High Frequency Words</vt:lpstr>
      <vt:lpstr>Practise High Frequency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2026-04-28T05:56:48Z</dcterms:modified>
</cp:coreProperties>
</file>