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QHvNLU8mpeRJ2HzVUTSzLdnuS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DDAFDD3-3822-49F6-AEEC-F23397BA9127}">
  <a:tblStyle styleId="{5DDAFDD3-3822-49F6-AEEC-F23397BA9127}"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4" name="Google Shape;69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0" name="Google Shape;74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0" name="Google Shape;77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1" name="Google Shape;77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8" name="Google Shape;83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6" name="Google Shape;97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5" name="Google Shape;1035;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6" name="Google Shape;1036;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dac85b17b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dac85b17b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dac85b17b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337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8377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ay ou ie ea</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1 - Friday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5</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26"/>
        <p:cNvGrpSpPr/>
        <p:nvPr/>
      </p:nvGrpSpPr>
      <p:grpSpPr>
        <a:xfrm>
          <a:off x="0" y="0"/>
          <a:ext cx="0" cy="0"/>
          <a:chOff x="0" y="0"/>
          <a:chExt cx="0" cy="0"/>
        </a:xfrm>
      </p:grpSpPr>
      <p:sp>
        <p:nvSpPr>
          <p:cNvPr id="127" name="Google Shape;127;g2d076fa4460_0_8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9" name="Google Shape;129;g2d076fa4460_0_82"/>
          <p:cNvGrpSpPr/>
          <p:nvPr/>
        </p:nvGrpSpPr>
        <p:grpSpPr>
          <a:xfrm>
            <a:off x="8199150" y="5983875"/>
            <a:ext cx="586800" cy="571500"/>
            <a:chOff x="7894350" y="6212475"/>
            <a:chExt cx="586800" cy="571500"/>
          </a:xfrm>
        </p:grpSpPr>
        <p:sp>
          <p:nvSpPr>
            <p:cNvPr id="130" name="Google Shape;130;g2d076fa4460_0_8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d076fa4460_0_8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2" name="Google Shape;132;g2d076fa4460_0_8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3" name="Google Shape;133;g2d076fa4460_0_82"/>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93FA2"/>
                </a:solidFill>
                <a:latin typeface="Poppins Medium"/>
                <a:ea typeface="Poppins Medium"/>
                <a:cs typeface="Poppins Medium"/>
                <a:sym typeface="Poppins Medium"/>
              </a:rPr>
              <a:t>Independent Reading</a:t>
            </a:r>
            <a:endParaRPr sz="3200" b="0" i="0" u="none" strike="noStrike" cap="none">
              <a:solidFill>
                <a:srgbClr val="993FA2"/>
              </a:solidFill>
              <a:latin typeface="Poppins Medium"/>
              <a:ea typeface="Poppins Medium"/>
              <a:cs typeface="Poppins Medium"/>
              <a:sym typeface="Poppins Medium"/>
            </a:endParaRPr>
          </a:p>
        </p:txBody>
      </p:sp>
      <p:cxnSp>
        <p:nvCxnSpPr>
          <p:cNvPr id="134" name="Google Shape;134;g2d076fa4460_0_82"/>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35" name="Google Shape;135;g2d076fa4460_0_82"/>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36" name="Google Shape;136;g2d076fa4460_0_82"/>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Decodable Readers</a:t>
            </a:r>
            <a:endParaRPr sz="1100" b="0" i="0" u="none" strike="noStrike" cap="none">
              <a:solidFill>
                <a:srgbClr val="993FA2"/>
              </a:solidFill>
              <a:latin typeface="Poppins Medium"/>
              <a:ea typeface="Poppins Medium"/>
              <a:cs typeface="Poppins Medium"/>
              <a:sym typeface="Poppins Medium"/>
            </a:endParaRPr>
          </a:p>
        </p:txBody>
      </p:sp>
      <p:sp>
        <p:nvSpPr>
          <p:cNvPr id="137" name="Google Shape;137;g2d076fa4460_0_82"/>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Teacher Book Activities</a:t>
            </a:r>
            <a:endParaRPr sz="1100" b="0" i="0" u="none" strike="noStrike" cap="none">
              <a:solidFill>
                <a:srgbClr val="993FA2"/>
              </a:solidFill>
              <a:latin typeface="Poppins Medium"/>
              <a:ea typeface="Poppins Medium"/>
              <a:cs typeface="Poppins Medium"/>
              <a:sym typeface="Poppins Medium"/>
            </a:endParaRPr>
          </a:p>
        </p:txBody>
      </p:sp>
      <p:grpSp>
        <p:nvGrpSpPr>
          <p:cNvPr id="138" name="Google Shape;138;g2d076fa4460_0_82"/>
          <p:cNvGrpSpPr/>
          <p:nvPr/>
        </p:nvGrpSpPr>
        <p:grpSpPr>
          <a:xfrm>
            <a:off x="-36800" y="-52000"/>
            <a:ext cx="9236100" cy="543600"/>
            <a:chOff x="-36800" y="-52000"/>
            <a:chExt cx="9236100" cy="543600"/>
          </a:xfrm>
        </p:grpSpPr>
        <p:sp>
          <p:nvSpPr>
            <p:cNvPr id="139" name="Google Shape;139;g2d076fa4460_0_8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d076fa4460_0_82"/>
            <p:cNvGrpSpPr/>
            <p:nvPr/>
          </p:nvGrpSpPr>
          <p:grpSpPr>
            <a:xfrm>
              <a:off x="4570840" y="88100"/>
              <a:ext cx="1337400" cy="403500"/>
              <a:chOff x="565600" y="88250"/>
              <a:chExt cx="1337400" cy="403500"/>
            </a:xfrm>
          </p:grpSpPr>
          <p:sp>
            <p:nvSpPr>
              <p:cNvPr id="141" name="Google Shape;141;g2d076fa4460_0_8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d076fa4460_0_8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d076fa4460_0_8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4" name="Google Shape;144;g2d076fa4460_0_8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d076fa4460_0_8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d076fa4460_0_8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d076fa4460_0_8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d076fa4460_0_8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d076fa4460_0_8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0" name="Google Shape;150;g2d076fa4460_0_8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d076fa4460_0_8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d076fa4460_0_8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d076fa4460_0_8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8"/>
        <p:cNvGrpSpPr/>
        <p:nvPr/>
      </p:nvGrpSpPr>
      <p:grpSpPr>
        <a:xfrm>
          <a:off x="0" y="0"/>
          <a:ext cx="0" cy="0"/>
          <a:chOff x="0" y="0"/>
          <a:chExt cx="0" cy="0"/>
        </a:xfrm>
      </p:grpSpPr>
      <p:sp>
        <p:nvSpPr>
          <p:cNvPr id="189" name="Google Shape;189;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90" name="Google Shape;190;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91" name="Google Shape;191;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2" name="Google Shape;192;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5" name="Google Shape;195;g26b641b03cd_0_260"/>
          <p:cNvGrpSpPr/>
          <p:nvPr/>
        </p:nvGrpSpPr>
        <p:grpSpPr>
          <a:xfrm>
            <a:off x="8199150" y="5983875"/>
            <a:ext cx="586800" cy="571500"/>
            <a:chOff x="7894350" y="6212475"/>
            <a:chExt cx="586800" cy="571500"/>
          </a:xfrm>
        </p:grpSpPr>
        <p:sp>
          <p:nvSpPr>
            <p:cNvPr id="196" name="Google Shape;19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9" name="Google Shape;199;g26b641b03cd_0_260"/>
          <p:cNvGrpSpPr/>
          <p:nvPr/>
        </p:nvGrpSpPr>
        <p:grpSpPr>
          <a:xfrm>
            <a:off x="-36800" y="-52000"/>
            <a:ext cx="9236100" cy="543600"/>
            <a:chOff x="-36800" y="-52000"/>
            <a:chExt cx="9236100" cy="543600"/>
          </a:xfrm>
        </p:grpSpPr>
        <p:sp>
          <p:nvSpPr>
            <p:cNvPr id="200" name="Google Shape;20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1" name="Google Shape;201;g26b641b03cd_0_260"/>
            <p:cNvGrpSpPr/>
            <p:nvPr/>
          </p:nvGrpSpPr>
          <p:grpSpPr>
            <a:xfrm>
              <a:off x="4570840" y="88100"/>
              <a:ext cx="1337400" cy="403500"/>
              <a:chOff x="565600" y="88250"/>
              <a:chExt cx="1337400" cy="403500"/>
            </a:xfrm>
          </p:grpSpPr>
          <p:sp>
            <p:nvSpPr>
              <p:cNvPr id="202" name="Google Shape;202;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3" name="Google Shape;203;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8" name="Google Shape;218;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9" name="Google Shape;219;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6" name="Google Shape;226;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8" name="Google Shape;228;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29" name="Google Shape;229;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0" name="Google Shape;230;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2c235dd0dad_1_87"/>
          <p:cNvGrpSpPr/>
          <p:nvPr/>
        </p:nvGrpSpPr>
        <p:grpSpPr>
          <a:xfrm>
            <a:off x="662575" y="6212475"/>
            <a:ext cx="586800" cy="571500"/>
            <a:chOff x="662575" y="6212475"/>
            <a:chExt cx="586800" cy="571500"/>
          </a:xfrm>
        </p:grpSpPr>
        <p:sp>
          <p:nvSpPr>
            <p:cNvPr id="239" name="Google Shape;239;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2c235dd0dad_1_87"/>
          <p:cNvGrpSpPr/>
          <p:nvPr/>
        </p:nvGrpSpPr>
        <p:grpSpPr>
          <a:xfrm>
            <a:off x="7894350" y="6212475"/>
            <a:ext cx="586800" cy="571500"/>
            <a:chOff x="7894350" y="6212475"/>
            <a:chExt cx="586800" cy="571500"/>
          </a:xfrm>
        </p:grpSpPr>
        <p:sp>
          <p:nvSpPr>
            <p:cNvPr id="243" name="Google Shape;243;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6"/>
        <p:cNvGrpSpPr/>
        <p:nvPr/>
      </p:nvGrpSpPr>
      <p:grpSpPr>
        <a:xfrm>
          <a:off x="0" y="0"/>
          <a:ext cx="0" cy="0"/>
          <a:chOff x="0" y="0"/>
          <a:chExt cx="0" cy="0"/>
        </a:xfrm>
      </p:grpSpPr>
      <p:sp>
        <p:nvSpPr>
          <p:cNvPr id="247" name="Google Shape;247;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5" name="Google Shape;255;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8" name="Google Shape;258;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59" name="Google Shape;259;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0" name="Google Shape;260;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1" name="Google Shape;261;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2" name="Google Shape;262;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3" name="Google Shape;263;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4" name="Google Shape;264;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5" name="Google Shape;265;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6" name="Google Shape;266;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7" name="Google Shape;267;g1f3daf8a844_0_32"/>
          <p:cNvGrpSpPr/>
          <p:nvPr/>
        </p:nvGrpSpPr>
        <p:grpSpPr>
          <a:xfrm>
            <a:off x="662575" y="6212475"/>
            <a:ext cx="586800" cy="571500"/>
            <a:chOff x="662575" y="6212475"/>
            <a:chExt cx="586800" cy="571500"/>
          </a:xfrm>
        </p:grpSpPr>
        <p:sp>
          <p:nvSpPr>
            <p:cNvPr id="268" name="Google Shape;268;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1f3daf8a844_0_32"/>
          <p:cNvGrpSpPr/>
          <p:nvPr/>
        </p:nvGrpSpPr>
        <p:grpSpPr>
          <a:xfrm>
            <a:off x="7894350" y="6212475"/>
            <a:ext cx="586800" cy="571500"/>
            <a:chOff x="7894350" y="6212475"/>
            <a:chExt cx="586800" cy="571500"/>
          </a:xfrm>
        </p:grpSpPr>
        <p:sp>
          <p:nvSpPr>
            <p:cNvPr id="272" name="Google Shape;272;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5"/>
        <p:cNvGrpSpPr/>
        <p:nvPr/>
      </p:nvGrpSpPr>
      <p:grpSpPr>
        <a:xfrm>
          <a:off x="0" y="0"/>
          <a:ext cx="0" cy="0"/>
          <a:chOff x="0" y="0"/>
          <a:chExt cx="0" cy="0"/>
        </a:xfrm>
      </p:grpSpPr>
      <p:sp>
        <p:nvSpPr>
          <p:cNvPr id="276" name="Google Shape;276;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8" name="Google Shape;27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9" name="Google Shape;279;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2" name="Google Shape;282;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83" name="Google Shape;28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4" name="Google Shape;28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85" name="Google Shape;285;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7" name="Google Shape;287;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8" name="Google Shape;288;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1" name="Google Shape;291;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4" name="Google Shape;294;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5" name="Google Shape;295;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6" name="Google Shape;296;g2c157a2fb06_0_53"/>
          <p:cNvGrpSpPr/>
          <p:nvPr/>
        </p:nvGrpSpPr>
        <p:grpSpPr>
          <a:xfrm>
            <a:off x="1403031" y="6958923"/>
            <a:ext cx="6774848" cy="1291477"/>
            <a:chOff x="717231" y="7263723"/>
            <a:chExt cx="6774848" cy="1291477"/>
          </a:xfrm>
        </p:grpSpPr>
        <p:sp>
          <p:nvSpPr>
            <p:cNvPr id="297" name="Google Shape;297;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8" name="Google Shape;298;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3" name="Google Shape;303;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5" name="Google Shape;305;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7" name="Google Shape;307;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8" name="Google Shape;308;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09" name="Google Shape;309;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0" name="Google Shape;310;g2c157a2fb06_0_53"/>
          <p:cNvGrpSpPr/>
          <p:nvPr/>
        </p:nvGrpSpPr>
        <p:grpSpPr>
          <a:xfrm>
            <a:off x="662575" y="6212475"/>
            <a:ext cx="586800" cy="571500"/>
            <a:chOff x="662575" y="6212475"/>
            <a:chExt cx="586800" cy="571500"/>
          </a:xfrm>
        </p:grpSpPr>
        <p:sp>
          <p:nvSpPr>
            <p:cNvPr id="311" name="Google Shape;311;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53"/>
          <p:cNvGrpSpPr/>
          <p:nvPr/>
        </p:nvGrpSpPr>
        <p:grpSpPr>
          <a:xfrm>
            <a:off x="7894350" y="6212475"/>
            <a:ext cx="586800" cy="571500"/>
            <a:chOff x="7894350" y="6212475"/>
            <a:chExt cx="586800" cy="571500"/>
          </a:xfrm>
        </p:grpSpPr>
        <p:sp>
          <p:nvSpPr>
            <p:cNvPr id="315" name="Google Shape;315;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8" name="Google Shape;318;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9"/>
        <p:cNvGrpSpPr/>
        <p:nvPr/>
      </p:nvGrpSpPr>
      <p:grpSpPr>
        <a:xfrm>
          <a:off x="0" y="0"/>
          <a:ext cx="0" cy="0"/>
          <a:chOff x="0" y="0"/>
          <a:chExt cx="0" cy="0"/>
        </a:xfrm>
      </p:grpSpPr>
      <p:sp>
        <p:nvSpPr>
          <p:cNvPr id="320" name="Google Shape;320;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327" name="Google Shape;32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8" name="Google Shape;328;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9" name="Google Shape;329;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0" name="Google Shape;330;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1" name="Google Shape;331;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2" name="Google Shape;332;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33" name="Google Shape;333;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8" name="Google Shape;338;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9" name="Google Shape;339;g2c157a2fb06_0_158"/>
          <p:cNvGrpSpPr/>
          <p:nvPr/>
        </p:nvGrpSpPr>
        <p:grpSpPr>
          <a:xfrm>
            <a:off x="662575" y="6212475"/>
            <a:ext cx="586800" cy="571500"/>
            <a:chOff x="662575" y="6212475"/>
            <a:chExt cx="586800" cy="571500"/>
          </a:xfrm>
        </p:grpSpPr>
        <p:sp>
          <p:nvSpPr>
            <p:cNvPr id="340" name="Google Shape;340;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3" name="Google Shape;343;g2c157a2fb06_0_158"/>
          <p:cNvGrpSpPr/>
          <p:nvPr/>
        </p:nvGrpSpPr>
        <p:grpSpPr>
          <a:xfrm>
            <a:off x="7894350" y="6212475"/>
            <a:ext cx="586800" cy="571500"/>
            <a:chOff x="7894350" y="6212475"/>
            <a:chExt cx="586800" cy="571500"/>
          </a:xfrm>
        </p:grpSpPr>
        <p:sp>
          <p:nvSpPr>
            <p:cNvPr id="344" name="Google Shape;344;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7"/>
        <p:cNvGrpSpPr/>
        <p:nvPr/>
      </p:nvGrpSpPr>
      <p:grpSpPr>
        <a:xfrm>
          <a:off x="0" y="0"/>
          <a:ext cx="0" cy="0"/>
          <a:chOff x="0" y="0"/>
          <a:chExt cx="0" cy="0"/>
        </a:xfrm>
      </p:grpSpPr>
      <p:sp>
        <p:nvSpPr>
          <p:cNvPr id="348" name="Google Shape;348;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0" name="Google Shape;350;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1" name="Google Shape;351;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3" name="Google Shape;35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55" name="Google Shape;355;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6" name="Google Shape;35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7" name="Google Shape;35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8" name="Google Shape;35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9" name="Google Shape;35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60" name="Google Shape;36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2" name="Google Shape;36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3" name="Google Shape;36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4" name="Google Shape;364;g2c157a2fb06_0_263"/>
          <p:cNvSpPr>
            <a:spLocks noGrp="1"/>
          </p:cNvSpPr>
          <p:nvPr>
            <p:ph type="pic" idx="8"/>
          </p:nvPr>
        </p:nvSpPr>
        <p:spPr>
          <a:xfrm>
            <a:off x="5086375" y="4412425"/>
            <a:ext cx="2668800" cy="1291500"/>
          </a:xfrm>
          <a:prstGeom prst="rect">
            <a:avLst/>
          </a:prstGeom>
          <a:noFill/>
          <a:ln>
            <a:noFill/>
          </a:ln>
        </p:spPr>
      </p:sp>
      <p:sp>
        <p:nvSpPr>
          <p:cNvPr id="365" name="Google Shape;365;g2c157a2fb06_0_263"/>
          <p:cNvSpPr>
            <a:spLocks noGrp="1"/>
          </p:cNvSpPr>
          <p:nvPr>
            <p:ph type="pic" idx="9"/>
          </p:nvPr>
        </p:nvSpPr>
        <p:spPr>
          <a:xfrm>
            <a:off x="5086375" y="797675"/>
            <a:ext cx="2668800" cy="1291500"/>
          </a:xfrm>
          <a:prstGeom prst="rect">
            <a:avLst/>
          </a:prstGeom>
          <a:noFill/>
          <a:ln>
            <a:noFill/>
          </a:ln>
        </p:spPr>
      </p:sp>
      <p:sp>
        <p:nvSpPr>
          <p:cNvPr id="366" name="Google Shape;366;g2c157a2fb06_0_263"/>
          <p:cNvSpPr>
            <a:spLocks noGrp="1"/>
          </p:cNvSpPr>
          <p:nvPr>
            <p:ph type="pic" idx="13"/>
          </p:nvPr>
        </p:nvSpPr>
        <p:spPr>
          <a:xfrm>
            <a:off x="5086375" y="2002592"/>
            <a:ext cx="2668800" cy="1291500"/>
          </a:xfrm>
          <a:prstGeom prst="rect">
            <a:avLst/>
          </a:prstGeom>
          <a:noFill/>
          <a:ln>
            <a:noFill/>
          </a:ln>
        </p:spPr>
      </p:sp>
      <p:sp>
        <p:nvSpPr>
          <p:cNvPr id="367" name="Google Shape;367;g2c157a2fb06_0_263"/>
          <p:cNvSpPr>
            <a:spLocks noGrp="1"/>
          </p:cNvSpPr>
          <p:nvPr>
            <p:ph type="pic" idx="14"/>
          </p:nvPr>
        </p:nvSpPr>
        <p:spPr>
          <a:xfrm>
            <a:off x="5086375" y="3207508"/>
            <a:ext cx="2668800" cy="1291500"/>
          </a:xfrm>
          <a:prstGeom prst="rect">
            <a:avLst/>
          </a:prstGeom>
          <a:noFill/>
          <a:ln>
            <a:noFill/>
          </a:ln>
        </p:spPr>
      </p:sp>
      <p:sp>
        <p:nvSpPr>
          <p:cNvPr id="368" name="Google Shape;36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9" name="Google Shape;36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0" name="Google Shape;370;g2c157a2fb06_0_263"/>
          <p:cNvGrpSpPr/>
          <p:nvPr/>
        </p:nvGrpSpPr>
        <p:grpSpPr>
          <a:xfrm>
            <a:off x="662575" y="6212475"/>
            <a:ext cx="586800" cy="571500"/>
            <a:chOff x="662575" y="6212475"/>
            <a:chExt cx="586800" cy="571500"/>
          </a:xfrm>
        </p:grpSpPr>
        <p:sp>
          <p:nvSpPr>
            <p:cNvPr id="371" name="Google Shape;371;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263"/>
          <p:cNvGrpSpPr/>
          <p:nvPr/>
        </p:nvGrpSpPr>
        <p:grpSpPr>
          <a:xfrm>
            <a:off x="7894350" y="6212475"/>
            <a:ext cx="586800" cy="571500"/>
            <a:chOff x="7894350" y="6212475"/>
            <a:chExt cx="586800" cy="571500"/>
          </a:xfrm>
        </p:grpSpPr>
        <p:sp>
          <p:nvSpPr>
            <p:cNvPr id="375" name="Google Shape;375;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8"/>
        <p:cNvGrpSpPr/>
        <p:nvPr/>
      </p:nvGrpSpPr>
      <p:grpSpPr>
        <a:xfrm>
          <a:off x="0" y="0"/>
          <a:ext cx="0" cy="0"/>
          <a:chOff x="0" y="0"/>
          <a:chExt cx="0" cy="0"/>
        </a:xfrm>
      </p:grpSpPr>
      <p:sp>
        <p:nvSpPr>
          <p:cNvPr id="379" name="Google Shape;379;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81" name="Google Shape;381;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5" name="Google Shape;385;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6" name="Google Shape;38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7" name="Google Shape;38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8" name="Google Shape;38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9" name="Google Shape;38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0" name="Google Shape;39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1" name="Google Shape;39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2" name="Google Shape;39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94" name="Google Shape;39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467"/>
          <p:cNvGrpSpPr/>
          <p:nvPr/>
        </p:nvGrpSpPr>
        <p:grpSpPr>
          <a:xfrm>
            <a:off x="662575" y="6212475"/>
            <a:ext cx="586800" cy="571500"/>
            <a:chOff x="662575" y="6212475"/>
            <a:chExt cx="586800" cy="571500"/>
          </a:xfrm>
        </p:grpSpPr>
        <p:sp>
          <p:nvSpPr>
            <p:cNvPr id="397" name="Google Shape;39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467"/>
          <p:cNvGrpSpPr/>
          <p:nvPr/>
        </p:nvGrpSpPr>
        <p:grpSpPr>
          <a:xfrm>
            <a:off x="7894350" y="6212475"/>
            <a:ext cx="586800" cy="571500"/>
            <a:chOff x="7894350" y="6212475"/>
            <a:chExt cx="586800" cy="571500"/>
          </a:xfrm>
        </p:grpSpPr>
        <p:sp>
          <p:nvSpPr>
            <p:cNvPr id="401" name="Google Shape;40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4"/>
        <p:cNvGrpSpPr/>
        <p:nvPr/>
      </p:nvGrpSpPr>
      <p:grpSpPr>
        <a:xfrm>
          <a:off x="0" y="0"/>
          <a:ext cx="0" cy="0"/>
          <a:chOff x="0" y="0"/>
          <a:chExt cx="0" cy="0"/>
        </a:xfrm>
      </p:grpSpPr>
      <p:sp>
        <p:nvSpPr>
          <p:cNvPr id="405" name="Google Shape;405;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7" name="Google Shape;40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1" name="Google Shape;411;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2" name="Google Shape;41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3" name="Google Shape;41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419" name="Google Shape;41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0" name="Google Shape;42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629"/>
          <p:cNvGrpSpPr/>
          <p:nvPr/>
        </p:nvGrpSpPr>
        <p:grpSpPr>
          <a:xfrm>
            <a:off x="662575" y="6212475"/>
            <a:ext cx="586800" cy="571500"/>
            <a:chOff x="662575" y="6212475"/>
            <a:chExt cx="586800" cy="571500"/>
          </a:xfrm>
        </p:grpSpPr>
        <p:sp>
          <p:nvSpPr>
            <p:cNvPr id="423" name="Google Shape;42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629"/>
          <p:cNvGrpSpPr/>
          <p:nvPr/>
        </p:nvGrpSpPr>
        <p:grpSpPr>
          <a:xfrm>
            <a:off x="7894350" y="6212475"/>
            <a:ext cx="586800" cy="571500"/>
            <a:chOff x="7894350" y="6212475"/>
            <a:chExt cx="586800" cy="571500"/>
          </a:xfrm>
        </p:grpSpPr>
        <p:sp>
          <p:nvSpPr>
            <p:cNvPr id="427" name="Google Shape;42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0"/>
        <p:cNvGrpSpPr/>
        <p:nvPr/>
      </p:nvGrpSpPr>
      <p:grpSpPr>
        <a:xfrm>
          <a:off x="0" y="0"/>
          <a:ext cx="0" cy="0"/>
          <a:chOff x="0" y="0"/>
          <a:chExt cx="0" cy="0"/>
        </a:xfrm>
      </p:grpSpPr>
      <p:sp>
        <p:nvSpPr>
          <p:cNvPr id="431" name="Google Shape;431;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8" name="Google Shape;43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9" name="Google Shape;43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0" name="Google Shape;44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1" name="Google Shape;44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2" name="Google Shape;44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3" name="Google Shape;44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5" name="Google Shape;44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47" name="Google Shape;44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9" name="Google Shape;449;g2c157a2fb06_0_798"/>
          <p:cNvGrpSpPr/>
          <p:nvPr/>
        </p:nvGrpSpPr>
        <p:grpSpPr>
          <a:xfrm>
            <a:off x="662575" y="6212475"/>
            <a:ext cx="586800" cy="571500"/>
            <a:chOff x="662575" y="6212475"/>
            <a:chExt cx="586800" cy="571500"/>
          </a:xfrm>
        </p:grpSpPr>
        <p:sp>
          <p:nvSpPr>
            <p:cNvPr id="450" name="Google Shape;45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3" name="Google Shape;453;g2c157a2fb06_0_798"/>
          <p:cNvGrpSpPr/>
          <p:nvPr/>
        </p:nvGrpSpPr>
        <p:grpSpPr>
          <a:xfrm>
            <a:off x="7894350" y="6212475"/>
            <a:ext cx="586800" cy="571500"/>
            <a:chOff x="7894350" y="6212475"/>
            <a:chExt cx="586800" cy="571500"/>
          </a:xfrm>
        </p:grpSpPr>
        <p:sp>
          <p:nvSpPr>
            <p:cNvPr id="454" name="Google Shape;45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7"/>
        <p:cNvGrpSpPr/>
        <p:nvPr/>
      </p:nvGrpSpPr>
      <p:grpSpPr>
        <a:xfrm>
          <a:off x="0" y="0"/>
          <a:ext cx="0" cy="0"/>
          <a:chOff x="0" y="0"/>
          <a:chExt cx="0" cy="0"/>
        </a:xfrm>
      </p:grpSpPr>
      <p:sp>
        <p:nvSpPr>
          <p:cNvPr id="458" name="Google Shape;458;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0" name="Google Shape;46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5" name="Google Shape;46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66" name="Google Shape;46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7" name="Google Shape;46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8" name="Google Shape;46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9" name="Google Shape;46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70" name="Google Shape;47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1" name="Google Shape;47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2" name="Google Shape;47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3" name="Google Shape;47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4" name="Google Shape;47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75" name="Google Shape;47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6" name="Google Shape;47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7" name="Google Shape;477;g2c157a2fb06_0_825"/>
          <p:cNvGrpSpPr/>
          <p:nvPr/>
        </p:nvGrpSpPr>
        <p:grpSpPr>
          <a:xfrm>
            <a:off x="662575" y="6212475"/>
            <a:ext cx="586800" cy="571500"/>
            <a:chOff x="662575" y="6212475"/>
            <a:chExt cx="586800" cy="571500"/>
          </a:xfrm>
        </p:grpSpPr>
        <p:sp>
          <p:nvSpPr>
            <p:cNvPr id="478" name="Google Shape;47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1" name="Google Shape;481;g2c157a2fb06_0_825"/>
          <p:cNvGrpSpPr/>
          <p:nvPr/>
        </p:nvGrpSpPr>
        <p:grpSpPr>
          <a:xfrm>
            <a:off x="7894350" y="6212475"/>
            <a:ext cx="586800" cy="571500"/>
            <a:chOff x="7894350" y="6212475"/>
            <a:chExt cx="586800" cy="571500"/>
          </a:xfrm>
        </p:grpSpPr>
        <p:sp>
          <p:nvSpPr>
            <p:cNvPr id="482" name="Google Shape;48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5"/>
        <p:cNvGrpSpPr/>
        <p:nvPr/>
      </p:nvGrpSpPr>
      <p:grpSpPr>
        <a:xfrm>
          <a:off x="0" y="0"/>
          <a:ext cx="0" cy="0"/>
          <a:chOff x="0" y="0"/>
          <a:chExt cx="0" cy="0"/>
        </a:xfrm>
      </p:grpSpPr>
      <p:sp>
        <p:nvSpPr>
          <p:cNvPr id="486" name="Google Shape;486;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8" name="Google Shape;48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9" name="Google Shape;489;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2" name="Google Shape;492;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93" name="Google Shape;49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7" name="Google Shape;49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8" name="Google Shape;49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9" name="Google Shape;49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500" name="Google Shape;50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01" name="Google Shape;50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3" name="Google Shape;50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0" name="Google Shape;51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5" name="Google Shape;51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6" name="Google Shape;516;g2c157a2fb06_0_700"/>
          <p:cNvGrpSpPr/>
          <p:nvPr/>
        </p:nvGrpSpPr>
        <p:grpSpPr>
          <a:xfrm>
            <a:off x="662575" y="6212475"/>
            <a:ext cx="586800" cy="571500"/>
            <a:chOff x="662575" y="6212475"/>
            <a:chExt cx="586800" cy="571500"/>
          </a:xfrm>
        </p:grpSpPr>
        <p:sp>
          <p:nvSpPr>
            <p:cNvPr id="517" name="Google Shape;51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0" name="Google Shape;520;g2c157a2fb06_0_700"/>
          <p:cNvGrpSpPr/>
          <p:nvPr/>
        </p:nvGrpSpPr>
        <p:grpSpPr>
          <a:xfrm>
            <a:off x="7894350" y="6212475"/>
            <a:ext cx="586800" cy="571500"/>
            <a:chOff x="7894350" y="6212475"/>
            <a:chExt cx="586800" cy="571500"/>
          </a:xfrm>
        </p:grpSpPr>
        <p:sp>
          <p:nvSpPr>
            <p:cNvPr id="521" name="Google Shape;52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4"/>
        <p:cNvGrpSpPr/>
        <p:nvPr/>
      </p:nvGrpSpPr>
      <p:grpSpPr>
        <a:xfrm>
          <a:off x="0" y="0"/>
          <a:ext cx="0" cy="0"/>
          <a:chOff x="0" y="0"/>
          <a:chExt cx="0" cy="0"/>
        </a:xfrm>
      </p:grpSpPr>
      <p:sp>
        <p:nvSpPr>
          <p:cNvPr id="525" name="Google Shape;525;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6" name="Google Shape;526;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7" name="Google Shape;52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8" name="Google Shape;528;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1" name="Google Shape;53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32" name="Google Shape;53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4" name="Google Shape;534;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35" name="Google Shape;535;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7" name="Google Shape;53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38" name="Google Shape;53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2" name="Google Shape;54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3" name="Google Shape;54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4" name="Google Shape;54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5" name="Google Shape;54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6" name="Google Shape;54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3" name="Google Shape;55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4" name="Google Shape;55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5" name="Google Shape;555;g2c157a2fb06_0_932"/>
          <p:cNvGrpSpPr/>
          <p:nvPr/>
        </p:nvGrpSpPr>
        <p:grpSpPr>
          <a:xfrm>
            <a:off x="662575" y="6212475"/>
            <a:ext cx="586800" cy="571500"/>
            <a:chOff x="662575" y="6212475"/>
            <a:chExt cx="586800" cy="571500"/>
          </a:xfrm>
        </p:grpSpPr>
        <p:sp>
          <p:nvSpPr>
            <p:cNvPr id="556" name="Google Shape;55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7" name="Google Shape;557;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8" name="Google Shape;558;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9" name="Google Shape;559;g2c157a2fb06_0_932"/>
          <p:cNvGrpSpPr/>
          <p:nvPr/>
        </p:nvGrpSpPr>
        <p:grpSpPr>
          <a:xfrm>
            <a:off x="7894350" y="6212475"/>
            <a:ext cx="586800" cy="571500"/>
            <a:chOff x="7894350" y="6212475"/>
            <a:chExt cx="586800" cy="571500"/>
          </a:xfrm>
        </p:grpSpPr>
        <p:sp>
          <p:nvSpPr>
            <p:cNvPr id="560" name="Google Shape;56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1" name="Google Shape;561;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2" name="Google Shape;562;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3"/>
        <p:cNvGrpSpPr/>
        <p:nvPr/>
      </p:nvGrpSpPr>
      <p:grpSpPr>
        <a:xfrm>
          <a:off x="0" y="0"/>
          <a:ext cx="0" cy="0"/>
          <a:chOff x="0" y="0"/>
          <a:chExt cx="0" cy="0"/>
        </a:xfrm>
      </p:grpSpPr>
      <p:sp>
        <p:nvSpPr>
          <p:cNvPr id="564" name="Google Shape;564;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6" name="Google Shape;56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7" name="Google Shape;567;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0" name="Google Shape;57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71" name="Google Shape;57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2" name="Google Shape;57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3" name="Google Shape;57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3" name="Google Shape;58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5" name="Google Shape;58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6" name="Google Shape;58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87" name="Google Shape;58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9" name="Google Shape;58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0" name="Google Shape;59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91" name="Google Shape;591;g2c157a2fb06_0_1045"/>
          <p:cNvGrpSpPr/>
          <p:nvPr/>
        </p:nvGrpSpPr>
        <p:grpSpPr>
          <a:xfrm>
            <a:off x="662575" y="6212475"/>
            <a:ext cx="586800" cy="571500"/>
            <a:chOff x="662575" y="6212475"/>
            <a:chExt cx="586800" cy="571500"/>
          </a:xfrm>
        </p:grpSpPr>
        <p:sp>
          <p:nvSpPr>
            <p:cNvPr id="592" name="Google Shape;59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5" name="Google Shape;595;g2c157a2fb06_0_1045"/>
          <p:cNvGrpSpPr/>
          <p:nvPr/>
        </p:nvGrpSpPr>
        <p:grpSpPr>
          <a:xfrm>
            <a:off x="7894350" y="6212475"/>
            <a:ext cx="586800" cy="571500"/>
            <a:chOff x="7894350" y="6212475"/>
            <a:chExt cx="586800" cy="571500"/>
          </a:xfrm>
        </p:grpSpPr>
        <p:sp>
          <p:nvSpPr>
            <p:cNvPr id="596" name="Google Shape;59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9"/>
        <p:cNvGrpSpPr/>
        <p:nvPr/>
      </p:nvGrpSpPr>
      <p:grpSpPr>
        <a:xfrm>
          <a:off x="0" y="0"/>
          <a:ext cx="0" cy="0"/>
          <a:chOff x="0" y="0"/>
          <a:chExt cx="0" cy="0"/>
        </a:xfrm>
      </p:grpSpPr>
      <p:sp>
        <p:nvSpPr>
          <p:cNvPr id="600" name="Google Shape;600;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2" name="Google Shape;60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3" name="Google Shape;603;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6" name="Google Shape;60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607" name="Google Shape;607;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8" name="Google Shape;608;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9" name="Google Shape;609;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0" name="Google Shape;61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11" name="Google Shape;61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612" name="Google Shape;612;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4" name="Google Shape;614;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5" name="Google Shape;615;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6" name="Google Shape;616;g2c157a2fb06_0_1110"/>
          <p:cNvGrpSpPr/>
          <p:nvPr/>
        </p:nvGrpSpPr>
        <p:grpSpPr>
          <a:xfrm>
            <a:off x="5806200" y="1807463"/>
            <a:ext cx="756300" cy="146700"/>
            <a:chOff x="5806200" y="1807463"/>
            <a:chExt cx="756300" cy="146700"/>
          </a:xfrm>
        </p:grpSpPr>
        <p:sp>
          <p:nvSpPr>
            <p:cNvPr id="617" name="Google Shape;617;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0" name="Google Shape;62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157a2fb06_0_1110"/>
          <p:cNvGrpSpPr/>
          <p:nvPr/>
        </p:nvGrpSpPr>
        <p:grpSpPr>
          <a:xfrm>
            <a:off x="5806200" y="2842438"/>
            <a:ext cx="756300" cy="146700"/>
            <a:chOff x="5806200" y="1807463"/>
            <a:chExt cx="756300" cy="146700"/>
          </a:xfrm>
        </p:grpSpPr>
        <p:sp>
          <p:nvSpPr>
            <p:cNvPr id="623" name="Google Shape;623;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157a2fb06_0_1110"/>
          <p:cNvGrpSpPr/>
          <p:nvPr/>
        </p:nvGrpSpPr>
        <p:grpSpPr>
          <a:xfrm>
            <a:off x="5806200" y="3877413"/>
            <a:ext cx="756300" cy="146700"/>
            <a:chOff x="5806200" y="1807463"/>
            <a:chExt cx="756300" cy="146700"/>
          </a:xfrm>
        </p:grpSpPr>
        <p:sp>
          <p:nvSpPr>
            <p:cNvPr id="627" name="Google Shape;627;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0" name="Google Shape;630;g2c157a2fb06_0_1110"/>
          <p:cNvGrpSpPr/>
          <p:nvPr/>
        </p:nvGrpSpPr>
        <p:grpSpPr>
          <a:xfrm>
            <a:off x="662575" y="6212475"/>
            <a:ext cx="586800" cy="571500"/>
            <a:chOff x="662575" y="6212475"/>
            <a:chExt cx="586800" cy="571500"/>
          </a:xfrm>
        </p:grpSpPr>
        <p:sp>
          <p:nvSpPr>
            <p:cNvPr id="631" name="Google Shape;63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4" name="Google Shape;634;g2c157a2fb06_0_1110"/>
          <p:cNvGrpSpPr/>
          <p:nvPr/>
        </p:nvGrpSpPr>
        <p:grpSpPr>
          <a:xfrm>
            <a:off x="7894350" y="6212475"/>
            <a:ext cx="586800" cy="571500"/>
            <a:chOff x="7894350" y="6212475"/>
            <a:chExt cx="586800" cy="571500"/>
          </a:xfrm>
        </p:grpSpPr>
        <p:sp>
          <p:nvSpPr>
            <p:cNvPr id="635" name="Google Shape;63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38"/>
        <p:cNvGrpSpPr/>
        <p:nvPr/>
      </p:nvGrpSpPr>
      <p:grpSpPr>
        <a:xfrm>
          <a:off x="0" y="0"/>
          <a:ext cx="0" cy="0"/>
          <a:chOff x="0" y="0"/>
          <a:chExt cx="0" cy="0"/>
        </a:xfrm>
      </p:grpSpPr>
      <p:sp>
        <p:nvSpPr>
          <p:cNvPr id="639" name="Google Shape;639;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43" name="Google Shape;643;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46" name="Google Shape;646;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47" name="Google Shape;647;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48" name="Google Shape;648;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49" name="Google Shape;649;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50" name="Google Shape;650;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51" name="Google Shape;651;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52" name="Google Shape;652;p30"/>
          <p:cNvGrpSpPr/>
          <p:nvPr/>
        </p:nvGrpSpPr>
        <p:grpSpPr>
          <a:xfrm>
            <a:off x="6022940" y="5341706"/>
            <a:ext cx="594501" cy="305904"/>
            <a:chOff x="5672081" y="1914352"/>
            <a:chExt cx="792668" cy="305904"/>
          </a:xfrm>
        </p:grpSpPr>
        <p:sp>
          <p:nvSpPr>
            <p:cNvPr id="653" name="Google Shape;653;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55" name="Google Shape;655;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56" name="Google Shape;656;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65" name="Google Shape;665;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73" name="Google Shape;673;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74" name="Google Shape;674;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75" name="Google Shape;675;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76" name="Google Shape;676;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77" name="Google Shape;677;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79" name="Google Shape;679;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82" name="Google Shape;682;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83" name="Google Shape;683;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84"/>
        <p:cNvGrpSpPr/>
        <p:nvPr/>
      </p:nvGrpSpPr>
      <p:grpSpPr>
        <a:xfrm>
          <a:off x="0" y="0"/>
          <a:ext cx="0" cy="0"/>
          <a:chOff x="0" y="0"/>
          <a:chExt cx="0" cy="0"/>
        </a:xfrm>
      </p:grpSpPr>
      <p:sp>
        <p:nvSpPr>
          <p:cNvPr id="685" name="Google Shape;685;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6" name="Google Shape;686;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87" name="Google Shape;687;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88"/>
        <p:cNvGrpSpPr/>
        <p:nvPr/>
      </p:nvGrpSpPr>
      <p:grpSpPr>
        <a:xfrm>
          <a:off x="0" y="0"/>
          <a:ext cx="0" cy="0"/>
          <a:chOff x="0" y="0"/>
          <a:chExt cx="0" cy="0"/>
        </a:xfrm>
      </p:grpSpPr>
      <p:sp>
        <p:nvSpPr>
          <p:cNvPr id="689" name="Google Shape;689;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90" name="Google Shape;690;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91" name="Google Shape;691;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slide" Target="slide18.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15.xml"/><Relationship Id="rId5" Type="http://schemas.openxmlformats.org/officeDocument/2006/relationships/image" Target="../media/image10.png"/><Relationship Id="rId10" Type="http://schemas.openxmlformats.org/officeDocument/2006/relationships/slide" Target="slide12.xml"/><Relationship Id="rId4" Type="http://schemas.openxmlformats.org/officeDocument/2006/relationships/image" Target="../media/image9.png"/><Relationship Id="rId9" Type="http://schemas.openxmlformats.org/officeDocument/2006/relationships/slide" Target="slide10.xml"/><Relationship Id="rId14"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26" Type="http://schemas.openxmlformats.org/officeDocument/2006/relationships/image" Target="../media/image60.png"/><Relationship Id="rId3" Type="http://schemas.openxmlformats.org/officeDocument/2006/relationships/image" Target="../media/image37.png"/><Relationship Id="rId21" Type="http://schemas.openxmlformats.org/officeDocument/2006/relationships/image" Target="../media/image55.png"/><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5" Type="http://schemas.openxmlformats.org/officeDocument/2006/relationships/image" Target="../media/image59.png"/><Relationship Id="rId2" Type="http://schemas.openxmlformats.org/officeDocument/2006/relationships/notesSlide" Target="../notesSlides/notesSlide4.xml"/><Relationship Id="rId16" Type="http://schemas.openxmlformats.org/officeDocument/2006/relationships/image" Target="../media/image50.png"/><Relationship Id="rId20" Type="http://schemas.openxmlformats.org/officeDocument/2006/relationships/image" Target="../media/image54.png"/><Relationship Id="rId29" Type="http://schemas.openxmlformats.org/officeDocument/2006/relationships/image" Target="../media/image63.png"/><Relationship Id="rId1" Type="http://schemas.openxmlformats.org/officeDocument/2006/relationships/slideLayout" Target="../slideLayouts/slideLayout3.xml"/><Relationship Id="rId6" Type="http://schemas.openxmlformats.org/officeDocument/2006/relationships/image" Target="../media/image40.png"/><Relationship Id="rId11" Type="http://schemas.openxmlformats.org/officeDocument/2006/relationships/image" Target="../media/image45.png"/><Relationship Id="rId24" Type="http://schemas.openxmlformats.org/officeDocument/2006/relationships/image" Target="../media/image58.png"/><Relationship Id="rId5" Type="http://schemas.openxmlformats.org/officeDocument/2006/relationships/image" Target="../media/image39.png"/><Relationship Id="rId15" Type="http://schemas.openxmlformats.org/officeDocument/2006/relationships/image" Target="../media/image49.png"/><Relationship Id="rId23" Type="http://schemas.openxmlformats.org/officeDocument/2006/relationships/image" Target="../media/image57.png"/><Relationship Id="rId28" Type="http://schemas.openxmlformats.org/officeDocument/2006/relationships/image" Target="../media/image62.png"/><Relationship Id="rId10" Type="http://schemas.openxmlformats.org/officeDocument/2006/relationships/image" Target="../media/image44.png"/><Relationship Id="rId19" Type="http://schemas.openxmlformats.org/officeDocument/2006/relationships/image" Target="../media/image53.png"/><Relationship Id="rId31" Type="http://schemas.openxmlformats.org/officeDocument/2006/relationships/image" Target="../media/image65.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 Id="rId22" Type="http://schemas.openxmlformats.org/officeDocument/2006/relationships/image" Target="../media/image56.png"/><Relationship Id="rId27" Type="http://schemas.openxmlformats.org/officeDocument/2006/relationships/image" Target="../media/image61.png"/><Relationship Id="rId30" Type="http://schemas.openxmlformats.org/officeDocument/2006/relationships/image" Target="../media/image6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6.xml"/><Relationship Id="rId16" Type="http://schemas.openxmlformats.org/officeDocument/2006/relationships/image" Target="../media/image79.png"/><Relationship Id="rId1" Type="http://schemas.openxmlformats.org/officeDocument/2006/relationships/slideLayout" Target="../slideLayouts/slideLayout3.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s>
</file>

<file path=ppt/slides/_rels/slide7.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18" Type="http://schemas.openxmlformats.org/officeDocument/2006/relationships/image" Target="../media/image95.png"/><Relationship Id="rId26" Type="http://schemas.openxmlformats.org/officeDocument/2006/relationships/image" Target="../media/image103.png"/><Relationship Id="rId3" Type="http://schemas.openxmlformats.org/officeDocument/2006/relationships/image" Target="../media/image80.png"/><Relationship Id="rId21" Type="http://schemas.openxmlformats.org/officeDocument/2006/relationships/image" Target="../media/image98.png"/><Relationship Id="rId7" Type="http://schemas.openxmlformats.org/officeDocument/2006/relationships/image" Target="../media/image84.png"/><Relationship Id="rId12" Type="http://schemas.openxmlformats.org/officeDocument/2006/relationships/image" Target="../media/image89.png"/><Relationship Id="rId17" Type="http://schemas.openxmlformats.org/officeDocument/2006/relationships/image" Target="../media/image94.png"/><Relationship Id="rId25" Type="http://schemas.openxmlformats.org/officeDocument/2006/relationships/image" Target="../media/image102.png"/><Relationship Id="rId2" Type="http://schemas.openxmlformats.org/officeDocument/2006/relationships/notesSlide" Target="../notesSlides/notesSlide7.xml"/><Relationship Id="rId16" Type="http://schemas.openxmlformats.org/officeDocument/2006/relationships/image" Target="../media/image93.png"/><Relationship Id="rId20" Type="http://schemas.openxmlformats.org/officeDocument/2006/relationships/image" Target="../media/image97.png"/><Relationship Id="rId29" Type="http://schemas.openxmlformats.org/officeDocument/2006/relationships/image" Target="../media/image106.png"/><Relationship Id="rId1" Type="http://schemas.openxmlformats.org/officeDocument/2006/relationships/slideLayout" Target="../slideLayouts/slideLayout3.xml"/><Relationship Id="rId6" Type="http://schemas.openxmlformats.org/officeDocument/2006/relationships/image" Target="../media/image83.png"/><Relationship Id="rId11" Type="http://schemas.openxmlformats.org/officeDocument/2006/relationships/image" Target="../media/image88.png"/><Relationship Id="rId24" Type="http://schemas.openxmlformats.org/officeDocument/2006/relationships/image" Target="../media/image101.png"/><Relationship Id="rId5" Type="http://schemas.openxmlformats.org/officeDocument/2006/relationships/image" Target="../media/image82.png"/><Relationship Id="rId15" Type="http://schemas.openxmlformats.org/officeDocument/2006/relationships/image" Target="../media/image92.png"/><Relationship Id="rId23" Type="http://schemas.openxmlformats.org/officeDocument/2006/relationships/image" Target="../media/image100.png"/><Relationship Id="rId28" Type="http://schemas.openxmlformats.org/officeDocument/2006/relationships/image" Target="../media/image105.png"/><Relationship Id="rId10" Type="http://schemas.openxmlformats.org/officeDocument/2006/relationships/image" Target="../media/image87.png"/><Relationship Id="rId19" Type="http://schemas.openxmlformats.org/officeDocument/2006/relationships/image" Target="../media/image96.png"/><Relationship Id="rId4" Type="http://schemas.openxmlformats.org/officeDocument/2006/relationships/image" Target="../media/image81.png"/><Relationship Id="rId9" Type="http://schemas.openxmlformats.org/officeDocument/2006/relationships/image" Target="../media/image86.png"/><Relationship Id="rId14" Type="http://schemas.openxmlformats.org/officeDocument/2006/relationships/image" Target="../media/image91.png"/><Relationship Id="rId22" Type="http://schemas.openxmlformats.org/officeDocument/2006/relationships/image" Target="../media/image99.png"/><Relationship Id="rId27" Type="http://schemas.openxmlformats.org/officeDocument/2006/relationships/image" Target="../media/image104.png"/><Relationship Id="rId30" Type="http://schemas.openxmlformats.org/officeDocument/2006/relationships/image" Target="../media/image107.png"/></Relationships>
</file>

<file path=ppt/slides/_rels/slide8.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118.pn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1.png"/><Relationship Id="rId11" Type="http://schemas.openxmlformats.org/officeDocument/2006/relationships/image" Target="../media/image116.png"/><Relationship Id="rId5" Type="http://schemas.openxmlformats.org/officeDocument/2006/relationships/image" Target="../media/image110.png"/><Relationship Id="rId15" Type="http://schemas.openxmlformats.org/officeDocument/2006/relationships/image" Target="../media/image120.png"/><Relationship Id="rId10" Type="http://schemas.openxmlformats.org/officeDocument/2006/relationships/image" Target="../media/image115.png"/><Relationship Id="rId4" Type="http://schemas.openxmlformats.org/officeDocument/2006/relationships/image" Target="../media/image109.png"/><Relationship Id="rId9" Type="http://schemas.openxmlformats.org/officeDocument/2006/relationships/image" Target="../media/image114.png"/><Relationship Id="rId14" Type="http://schemas.openxmlformats.org/officeDocument/2006/relationships/image" Target="../media/image119.png"/></Relationships>
</file>

<file path=ppt/slides/_rels/slide9.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23.png"/><Relationship Id="rId4" Type="http://schemas.openxmlformats.org/officeDocument/2006/relationships/image" Target="../media/image12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11.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14.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1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42.png"/><Relationship Id="rId4" Type="http://schemas.openxmlformats.org/officeDocument/2006/relationships/image" Target="../media/image141.png"/></Relationships>
</file>

<file path=ppt/slides/_rels/slide16.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1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24.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23.png"/><Relationship Id="rId4" Type="http://schemas.openxmlformats.org/officeDocument/2006/relationships/image" Target="../media/image122.png"/></Relationships>
</file>

<file path=ppt/slides/_rels/slide19.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15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55.png"/></Relationships>
</file>

<file path=ppt/slides/_rels/slide2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57.png"/></Relationships>
</file>

<file path=ppt/slides/_rels/slide2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22.xml"/><Relationship Id="rId1" Type="http://schemas.openxmlformats.org/officeDocument/2006/relationships/slideLayout" Target="../slideLayouts/slideLayout5.xml"/><Relationship Id="rId5" Type="http://schemas.openxmlformats.org/officeDocument/2006/relationships/image" Target="../media/image160.png"/><Relationship Id="rId4" Type="http://schemas.openxmlformats.org/officeDocument/2006/relationships/image" Target="../media/image15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Review ay ou ie ea</a:t>
            </a:r>
            <a:endParaRPr/>
          </a:p>
        </p:txBody>
      </p:sp>
      <p:sp>
        <p:nvSpPr>
          <p:cNvPr id="697" name="Google Shape;697;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5</a:t>
            </a:r>
            <a:endParaRPr/>
          </a:p>
        </p:txBody>
      </p:sp>
      <p:graphicFrame>
        <p:nvGraphicFramePr>
          <p:cNvPr id="698" name="Google Shape;698;p1"/>
          <p:cNvGraphicFramePr/>
          <p:nvPr/>
        </p:nvGraphicFramePr>
        <p:xfrm>
          <a:off x="4844200" y="1891197"/>
          <a:ext cx="3785000" cy="1678950"/>
        </p:xfrm>
        <a:graphic>
          <a:graphicData uri="http://schemas.openxmlformats.org/drawingml/2006/table">
            <a:tbl>
              <a:tblPr firstRow="1" bandRow="1">
                <a:noFill/>
                <a:tableStyleId>{5DDAFDD3-3822-49F6-AEEC-F23397BA9127}</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lt1"/>
                          </a:solidFill>
                          <a:latin typeface="Poppins"/>
                          <a:ea typeface="Poppins"/>
                          <a:cs typeface="Poppins"/>
                          <a:sym typeface="Poppins"/>
                        </a:rPr>
                        <a:t>a</a:t>
                      </a:r>
                      <a:r>
                        <a:rPr lang="en-US" sz="1800" u="none" strike="noStrike" cap="none">
                          <a:solidFill>
                            <a:schemeClr val="lt1"/>
                          </a:solidFill>
                          <a:latin typeface="Jost"/>
                          <a:ea typeface="Jost"/>
                          <a:cs typeface="Jost"/>
                          <a:sym typeface="Jost"/>
                        </a:rPr>
                        <a:t>y</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ou</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ie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a:t>
                      </a:r>
                      <a:r>
                        <a:rPr lang="en-US" sz="1500" u="none" strike="noStrike" cap="none">
                          <a:solidFill>
                            <a:schemeClr val="lt1"/>
                          </a:solidFill>
                          <a:latin typeface="Poppins"/>
                          <a:ea typeface="Poppins"/>
                          <a:cs typeface="Poppins"/>
                          <a:sym typeface="Poppins"/>
                        </a:rPr>
                        <a:t>a</a:t>
                      </a:r>
                      <a:endParaRPr sz="17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ph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699" name="Google Shape;69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0" name="Google Shape;700;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1" name="Google Shape;701;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02" name="Google Shape;702;p1"/>
          <p:cNvPicPr preferRelativeResize="0"/>
          <p:nvPr/>
        </p:nvPicPr>
        <p:blipFill rotWithShape="1">
          <a:blip r:embed="rId3">
            <a:alphaModFix/>
          </a:blip>
          <a:srcRect l="19" r="19"/>
          <a:stretch/>
        </p:blipFill>
        <p:spPr>
          <a:xfrm rot="713627">
            <a:off x="7410699" y="4034342"/>
            <a:ext cx="1208038" cy="1709827"/>
          </a:xfrm>
          <a:prstGeom prst="rect">
            <a:avLst/>
          </a:prstGeom>
          <a:noFill/>
          <a:ln>
            <a:noFill/>
          </a:ln>
          <a:effectLst>
            <a:outerShdw blurRad="71438" dist="38100" dir="5220000" algn="bl" rotWithShape="0">
              <a:srgbClr val="000000">
                <a:alpha val="20000"/>
              </a:srgbClr>
            </a:outerShdw>
          </a:effectLst>
        </p:spPr>
      </p:pic>
      <p:pic>
        <p:nvPicPr>
          <p:cNvPr id="703" name="Google Shape;703;p1"/>
          <p:cNvPicPr preferRelativeResize="0"/>
          <p:nvPr/>
        </p:nvPicPr>
        <p:blipFill rotWithShape="1">
          <a:blip r:embed="rId4">
            <a:alphaModFix/>
          </a:blip>
          <a:srcRect l="19" r="19"/>
          <a:stretch/>
        </p:blipFill>
        <p:spPr>
          <a:xfrm rot="193084">
            <a:off x="6380058" y="3884422"/>
            <a:ext cx="1208041" cy="1709826"/>
          </a:xfrm>
          <a:prstGeom prst="rect">
            <a:avLst/>
          </a:prstGeom>
          <a:noFill/>
          <a:ln>
            <a:noFill/>
          </a:ln>
          <a:effectLst>
            <a:outerShdw blurRad="71438" dist="38100" dir="5220000" algn="bl" rotWithShape="0">
              <a:srgbClr val="000000">
                <a:alpha val="20000"/>
              </a:srgbClr>
            </a:outerShdw>
          </a:effectLst>
        </p:spPr>
      </p:pic>
      <p:pic>
        <p:nvPicPr>
          <p:cNvPr id="704" name="Google Shape;704;p1"/>
          <p:cNvPicPr preferRelativeResize="0"/>
          <p:nvPr/>
        </p:nvPicPr>
        <p:blipFill rotWithShape="1">
          <a:blip r:embed="rId5">
            <a:alphaModFix/>
          </a:blip>
          <a:srcRect l="19" r="19"/>
          <a:stretch/>
        </p:blipFill>
        <p:spPr>
          <a:xfrm rot="-313763">
            <a:off x="5408681" y="3900402"/>
            <a:ext cx="1208040" cy="1709822"/>
          </a:xfrm>
          <a:prstGeom prst="rect">
            <a:avLst/>
          </a:prstGeom>
          <a:noFill/>
          <a:ln>
            <a:noFill/>
          </a:ln>
          <a:effectLst>
            <a:outerShdw blurRad="71438" dist="38100" dir="5220000" algn="bl" rotWithShape="0">
              <a:srgbClr val="000000">
                <a:alpha val="20000"/>
              </a:srgbClr>
            </a:outerShdw>
          </a:effectLst>
        </p:spPr>
      </p:pic>
      <p:pic>
        <p:nvPicPr>
          <p:cNvPr id="705" name="Google Shape;705;p1"/>
          <p:cNvPicPr preferRelativeResize="0"/>
          <p:nvPr/>
        </p:nvPicPr>
        <p:blipFill rotWithShape="1">
          <a:blip r:embed="rId6">
            <a:alphaModFix/>
          </a:blip>
          <a:srcRect l="79" r="69"/>
          <a:stretch/>
        </p:blipFill>
        <p:spPr>
          <a:xfrm rot="-781541">
            <a:off x="4374583" y="4110557"/>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g2bee4f4af4b_0_204"/>
          <p:cNvSpPr txBox="1">
            <a:spLocks noGrp="1"/>
          </p:cNvSpPr>
          <p:nvPr>
            <p:ph type="body" idx="1"/>
          </p:nvPr>
        </p:nvSpPr>
        <p:spPr>
          <a:xfrm>
            <a:off x="3298550" y="1032250"/>
            <a:ext cx="50988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 and review </a:t>
            </a:r>
            <a:r>
              <a:rPr lang="en-US">
                <a:solidFill>
                  <a:srgbClr val="8DC63F"/>
                </a:solidFill>
              </a:rPr>
              <a:t>ay ou ie ea</a:t>
            </a:r>
            <a:r>
              <a:rPr lang="en-US"/>
              <a:t>.</a:t>
            </a:r>
            <a:endParaRPr/>
          </a:p>
        </p:txBody>
      </p:sp>
      <p:sp>
        <p:nvSpPr>
          <p:cNvPr id="712" name="Google Shape;712;g2bee4f4af4b_0_204"/>
          <p:cNvSpPr txBox="1">
            <a:spLocks noGrp="1"/>
          </p:cNvSpPr>
          <p:nvPr>
            <p:ph type="body" idx="2"/>
          </p:nvPr>
        </p:nvSpPr>
        <p:spPr>
          <a:xfrm>
            <a:off x="3298550" y="1723000"/>
            <a:ext cx="5136600" cy="15135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4 Common Exception Words </a:t>
            </a:r>
            <a:r>
              <a:rPr lang="en-US">
                <a:solidFill>
                  <a:srgbClr val="2356AF"/>
                </a:solidFill>
              </a:rPr>
              <a:t>said like out have some come was what so old do little one</a:t>
            </a:r>
            <a:r>
              <a:rPr lang="en-US"/>
              <a:t>.</a:t>
            </a:r>
            <a:endParaRPr/>
          </a:p>
        </p:txBody>
      </p:sp>
      <p:sp>
        <p:nvSpPr>
          <p:cNvPr id="713" name="Google Shape;713;g2bee4f4af4b_0_204"/>
          <p:cNvSpPr txBox="1">
            <a:spLocks noGrp="1"/>
          </p:cNvSpPr>
          <p:nvPr>
            <p:ph type="body" idx="3"/>
          </p:nvPr>
        </p:nvSpPr>
        <p:spPr>
          <a:xfrm>
            <a:off x="856325" y="38377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14" name="Google Shape;714;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17" name="Google Shape;717;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18" name="Google Shape;718;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9" name="Google Shape;719;g2bee4f4af4b_0_204"/>
          <p:cNvPicPr preferRelativeResize="0"/>
          <p:nvPr/>
        </p:nvPicPr>
        <p:blipFill rotWithShape="1">
          <a:blip r:embed="rId4">
            <a:alphaModFix/>
          </a:blip>
          <a:srcRect l="89" r="79"/>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20" name="Google Shape;720;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21" name="Google Shape;721;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22" name="Google Shape;722;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23" name="Google Shape;723;g2bee4f4af4b_0_204"/>
          <p:cNvSpPr txBox="1"/>
          <p:nvPr/>
        </p:nvSpPr>
        <p:spPr>
          <a:xfrm>
            <a:off x="6161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4" name="Google Shape;724;g2bee4f4af4b_0_204"/>
          <p:cNvSpPr txBox="1"/>
          <p:nvPr/>
        </p:nvSpPr>
        <p:spPr>
          <a:xfrm>
            <a:off x="5879162" y="5256525"/>
            <a:ext cx="1378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25" name="Google Shape;725;g2bee4f4af4b_0_204"/>
          <p:cNvPicPr preferRelativeResize="0"/>
          <p:nvPr/>
        </p:nvPicPr>
        <p:blipFill rotWithShape="1">
          <a:blip r:embed="rId6">
            <a:alphaModFix/>
          </a:blip>
          <a:srcRect/>
          <a:stretch/>
        </p:blipFill>
        <p:spPr>
          <a:xfrm>
            <a:off x="6102429" y="4326104"/>
            <a:ext cx="931974" cy="665200"/>
          </a:xfrm>
          <a:prstGeom prst="rect">
            <a:avLst/>
          </a:prstGeom>
          <a:noFill/>
          <a:ln>
            <a:noFill/>
          </a:ln>
          <a:effectLst>
            <a:outerShdw blurRad="71438" dist="19050" dir="5220000" algn="bl" rotWithShape="0">
              <a:srgbClr val="D8D8D8"/>
            </a:outerShdw>
          </a:effectLst>
        </p:spPr>
      </p:pic>
      <p:sp>
        <p:nvSpPr>
          <p:cNvPr id="726" name="Google Shape;726;g2bee4f4af4b_0_204"/>
          <p:cNvSpPr txBox="1"/>
          <p:nvPr/>
        </p:nvSpPr>
        <p:spPr>
          <a:xfrm>
            <a:off x="74418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27" name="Google Shape;727;g2bee4f4af4b_0_204"/>
          <p:cNvSpPr txBox="1"/>
          <p:nvPr/>
        </p:nvSpPr>
        <p:spPr>
          <a:xfrm>
            <a:off x="72345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28" name="Google Shape;728;g2bee4f4af4b_0_204"/>
          <p:cNvPicPr preferRelativeResize="0"/>
          <p:nvPr/>
        </p:nvPicPr>
        <p:blipFill rotWithShape="1">
          <a:blip r:embed="rId7">
            <a:alphaModFix/>
          </a:blip>
          <a:srcRect t="19" b="29"/>
          <a:stretch/>
        </p:blipFill>
        <p:spPr>
          <a:xfrm>
            <a:off x="7455246" y="4363493"/>
            <a:ext cx="786850" cy="590421"/>
          </a:xfrm>
          <a:prstGeom prst="rect">
            <a:avLst/>
          </a:prstGeom>
          <a:noFill/>
          <a:ln>
            <a:noFill/>
          </a:ln>
          <a:effectLst>
            <a:outerShdw blurRad="71438" dist="19050" dir="5220000" algn="bl" rotWithShape="0">
              <a:srgbClr val="D8D8D8"/>
            </a:outerShdw>
          </a:effectLst>
        </p:spPr>
      </p:pic>
      <p:sp>
        <p:nvSpPr>
          <p:cNvPr id="729" name="Google Shape;72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1" name="Google Shape;731;g2bee4f4af4b_0_204"/>
          <p:cNvPicPr preferRelativeResize="0"/>
          <p:nvPr/>
        </p:nvPicPr>
        <p:blipFill rotWithShape="1">
          <a:blip r:embed="rId8">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32" name="Google Shape;732;g2bee4f4af4b_0_204">
            <a:hlinkClick r:id="rId9" action="ppaction://hlinksldjump"/>
          </p:cNvPr>
          <p:cNvSpPr/>
          <p:nvPr/>
        </p:nvSpPr>
        <p:spPr>
          <a:xfrm>
            <a:off x="946800" y="3860787"/>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3" name="Google Shape;733;g2bee4f4af4b_0_204">
            <a:hlinkClick r:id="rId10" action="ppaction://hlinksldjump"/>
          </p:cNvPr>
          <p:cNvSpPr/>
          <p:nvPr/>
        </p:nvSpPr>
        <p:spPr>
          <a:xfrm>
            <a:off x="2423213" y="373351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4" name="Google Shape;734;g2bee4f4af4b_0_204">
            <a:hlinkClick r:id="rId11" action="ppaction://hlinksldjump"/>
          </p:cNvPr>
          <p:cNvSpPr/>
          <p:nvPr/>
        </p:nvSpPr>
        <p:spPr>
          <a:xfrm>
            <a:off x="3597764" y="381227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5" name="Google Shape;735;g2bee4f4af4b_0_204">
            <a:hlinkClick r:id="rId12" action="ppaction://hlinksldjump"/>
          </p:cNvPr>
          <p:cNvSpPr/>
          <p:nvPr/>
        </p:nvSpPr>
        <p:spPr>
          <a:xfrm>
            <a:off x="4896577" y="3791787"/>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6" name="Google Shape;736;g2bee4f4af4b_0_204">
            <a:hlinkClick r:id="rId13" action="ppaction://hlinksldjump"/>
          </p:cNvPr>
          <p:cNvSpPr/>
          <p:nvPr/>
        </p:nvSpPr>
        <p:spPr>
          <a:xfrm>
            <a:off x="6004246" y="380499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7" name="Google Shape;737;g2bee4f4af4b_0_204">
            <a:hlinkClick r:id="rId14" action="ppaction://hlinksldjump"/>
          </p:cNvPr>
          <p:cNvSpPr/>
          <p:nvPr/>
        </p:nvSpPr>
        <p:spPr>
          <a:xfrm>
            <a:off x="7350521" y="373643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4" name="Google Shape;744;g26b641b03cd_0_165"/>
          <p:cNvGrpSpPr/>
          <p:nvPr/>
        </p:nvGrpSpPr>
        <p:grpSpPr>
          <a:xfrm>
            <a:off x="930400" y="2053244"/>
            <a:ext cx="7283200" cy="3724851"/>
            <a:chOff x="930400" y="2129444"/>
            <a:chExt cx="7283200" cy="3724851"/>
          </a:xfrm>
        </p:grpSpPr>
        <p:pic>
          <p:nvPicPr>
            <p:cNvPr id="745" name="Google Shape;74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74" name="Google Shape;774;g26b7edf6e71_0_26"/>
          <p:cNvGrpSpPr/>
          <p:nvPr/>
        </p:nvGrpSpPr>
        <p:grpSpPr>
          <a:xfrm>
            <a:off x="930400" y="2053250"/>
            <a:ext cx="7283201" cy="2971674"/>
            <a:chOff x="930400" y="2129450"/>
            <a:chExt cx="7283201" cy="2971674"/>
          </a:xfrm>
        </p:grpSpPr>
        <p:pic>
          <p:nvPicPr>
            <p:cNvPr id="775" name="Google Shape;775;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5" name="Google Shape;785;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10" name="Google Shape;810;g2c298da1f27_0_417"/>
          <p:cNvPicPr preferRelativeResize="0"/>
          <p:nvPr/>
        </p:nvPicPr>
        <p:blipFill rotWithShape="1">
          <a:blip r:embed="rId3">
            <a:alphaModFix/>
          </a:blip>
          <a:srcRect l="79" r="79"/>
          <a:stretch/>
        </p:blipFill>
        <p:spPr>
          <a:xfrm>
            <a:off x="928350" y="2053250"/>
            <a:ext cx="1668991" cy="2362372"/>
          </a:xfrm>
          <a:prstGeom prst="rect">
            <a:avLst/>
          </a:prstGeom>
          <a:noFill/>
          <a:ln>
            <a:noFill/>
          </a:ln>
          <a:effectLst>
            <a:outerShdw blurRad="71438" dist="28575" dir="5400000" algn="bl" rotWithShape="0">
              <a:srgbClr val="000000">
                <a:alpha val="14901"/>
              </a:srgbClr>
            </a:outerShdw>
          </a:effectLst>
        </p:spPr>
      </p:pic>
      <p:pic>
        <p:nvPicPr>
          <p:cNvPr id="811" name="Google Shape;811;g2c298da1f27_0_417"/>
          <p:cNvPicPr preferRelativeResize="0"/>
          <p:nvPr/>
        </p:nvPicPr>
        <p:blipFill rotWithShape="1">
          <a:blip r:embed="rId4">
            <a:alphaModFix/>
          </a:blip>
          <a:srcRect l="19" r="29"/>
          <a:stretch/>
        </p:blipFill>
        <p:spPr>
          <a:xfrm>
            <a:off x="6546659" y="2053250"/>
            <a:ext cx="1668991" cy="2362375"/>
          </a:xfrm>
          <a:prstGeom prst="rect">
            <a:avLst/>
          </a:prstGeom>
          <a:noFill/>
          <a:ln>
            <a:noFill/>
          </a:ln>
          <a:effectLst>
            <a:outerShdw blurRad="71438" dist="28575" dir="5400000" algn="bl" rotWithShape="0">
              <a:srgbClr val="000000">
                <a:alpha val="14901"/>
              </a:srgbClr>
            </a:outerShdw>
          </a:effectLst>
        </p:spPr>
      </p:pic>
      <p:pic>
        <p:nvPicPr>
          <p:cNvPr id="812" name="Google Shape;812;g2c298da1f27_0_417"/>
          <p:cNvPicPr preferRelativeResize="0"/>
          <p:nvPr/>
        </p:nvPicPr>
        <p:blipFill rotWithShape="1">
          <a:blip r:embed="rId5">
            <a:alphaModFix/>
          </a:blip>
          <a:srcRect l="19" r="29"/>
          <a:stretch/>
        </p:blipFill>
        <p:spPr>
          <a:xfrm>
            <a:off x="2801119" y="2053250"/>
            <a:ext cx="1668991" cy="2362375"/>
          </a:xfrm>
          <a:prstGeom prst="rect">
            <a:avLst/>
          </a:prstGeom>
          <a:noFill/>
          <a:ln>
            <a:noFill/>
          </a:ln>
          <a:effectLst>
            <a:outerShdw blurRad="71438" dist="28575" dir="5400000" algn="bl" rotWithShape="0">
              <a:srgbClr val="000000">
                <a:alpha val="14901"/>
              </a:srgbClr>
            </a:outerShdw>
          </a:effectLst>
        </p:spPr>
      </p:pic>
      <p:pic>
        <p:nvPicPr>
          <p:cNvPr id="813" name="Google Shape;813;g2c298da1f27_0_417"/>
          <p:cNvPicPr preferRelativeResize="0"/>
          <p:nvPr/>
        </p:nvPicPr>
        <p:blipFill rotWithShape="1">
          <a:blip r:embed="rId6">
            <a:alphaModFix/>
          </a:blip>
          <a:srcRect l="19" r="29"/>
          <a:stretch/>
        </p:blipFill>
        <p:spPr>
          <a:xfrm>
            <a:off x="4673890" y="2053250"/>
            <a:ext cx="1668991" cy="2362375"/>
          </a:xfrm>
          <a:prstGeom prst="rect">
            <a:avLst/>
          </a:prstGeom>
          <a:noFill/>
          <a:ln>
            <a:noFill/>
          </a:ln>
          <a:effectLst>
            <a:outerShdw blurRad="71438" dist="28575" dir="5400000" algn="bl" rotWithShape="0">
              <a:srgbClr val="000000">
                <a:alpha val="14901"/>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20" name="Google Shape;820;g26b7edf6e71_0_109"/>
          <p:cNvGrpSpPr/>
          <p:nvPr/>
        </p:nvGrpSpPr>
        <p:grpSpPr>
          <a:xfrm>
            <a:off x="865957" y="2135925"/>
            <a:ext cx="7282807" cy="2686611"/>
            <a:chOff x="867357" y="2129450"/>
            <a:chExt cx="7282807" cy="2686611"/>
          </a:xfrm>
        </p:grpSpPr>
        <p:pic>
          <p:nvPicPr>
            <p:cNvPr id="821" name="Google Shape;82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1" name="Google Shape;841;g2c298d33e0c_0_6"/>
          <p:cNvGrpSpPr/>
          <p:nvPr/>
        </p:nvGrpSpPr>
        <p:grpSpPr>
          <a:xfrm>
            <a:off x="866900" y="2079100"/>
            <a:ext cx="7281864" cy="2684601"/>
            <a:chOff x="868300" y="2129450"/>
            <a:chExt cx="7281864" cy="2684601"/>
          </a:xfrm>
        </p:grpSpPr>
        <p:pic>
          <p:nvPicPr>
            <p:cNvPr id="842" name="Google Shape;84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6" name="Google Shape;84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76" name="Google Shape;876;g2c298da1f27_0_455"/>
          <p:cNvGrpSpPr/>
          <p:nvPr/>
        </p:nvGrpSpPr>
        <p:grpSpPr>
          <a:xfrm>
            <a:off x="868300" y="2129450"/>
            <a:ext cx="7281864" cy="2684601"/>
            <a:chOff x="868300" y="2053250"/>
            <a:chExt cx="7281864" cy="2684601"/>
          </a:xfrm>
        </p:grpSpPr>
        <p:pic>
          <p:nvPicPr>
            <p:cNvPr id="877" name="Google Shape;87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78" name="Google Shape;87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80" name="Google Shape;88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81" name="Google Shape;88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82" name="Google Shape;88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83" name="Google Shape;88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84" name="Google Shape;88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85" name="Google Shape;88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86" name="Google Shape;88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87" name="Google Shape;88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88" name="Google Shape;88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89" name="Google Shape;88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a:t>
            </a:r>
            <a:r>
              <a:rPr lang="en-US"/>
              <a:t>.</a:t>
            </a:r>
            <a:endParaRPr/>
          </a:p>
        </p:txBody>
      </p:sp>
      <p:pic>
        <p:nvPicPr>
          <p:cNvPr id="896" name="Google Shape;896;g2c298da1f27_1_0"/>
          <p:cNvPicPr preferRelativeResize="0"/>
          <p:nvPr/>
        </p:nvPicPr>
        <p:blipFill rotWithShape="1">
          <a:blip r:embed="rId3">
            <a:alphaModFix/>
          </a:blip>
          <a:srcRect t="553" b="563"/>
          <a:stretch/>
        </p:blipFill>
        <p:spPr>
          <a:xfrm>
            <a:off x="2111817" y="3802995"/>
            <a:ext cx="2333583" cy="1629080"/>
          </a:xfrm>
          <a:prstGeom prst="rect">
            <a:avLst/>
          </a:prstGeom>
          <a:noFill/>
          <a:ln>
            <a:noFill/>
          </a:ln>
          <a:effectLst>
            <a:outerShdw blurRad="57150" dist="19050" dir="5400000" algn="bl" rotWithShape="0">
              <a:srgbClr val="000000">
                <a:alpha val="20000"/>
              </a:srgbClr>
            </a:outerShdw>
          </a:effectLst>
        </p:spPr>
      </p:pic>
      <p:pic>
        <p:nvPicPr>
          <p:cNvPr id="897" name="Google Shape;897;g2c298da1f27_1_0"/>
          <p:cNvPicPr preferRelativeResize="0"/>
          <p:nvPr/>
        </p:nvPicPr>
        <p:blipFill rotWithShape="1">
          <a:blip r:embed="rId4">
            <a:alphaModFix/>
          </a:blip>
          <a:srcRect t="553" b="563"/>
          <a:stretch/>
        </p:blipFill>
        <p:spPr>
          <a:xfrm>
            <a:off x="4698500" y="3802995"/>
            <a:ext cx="2333583" cy="1629080"/>
          </a:xfrm>
          <a:prstGeom prst="rect">
            <a:avLst/>
          </a:prstGeom>
          <a:noFill/>
          <a:ln>
            <a:noFill/>
          </a:ln>
          <a:effectLst>
            <a:outerShdw blurRad="57150" dist="19050" dir="5400000" algn="bl" rotWithShape="0">
              <a:srgbClr val="000000">
                <a:alpha val="20000"/>
              </a:srgbClr>
            </a:outerShdw>
          </a:effectLst>
        </p:spPr>
      </p:pic>
      <p:pic>
        <p:nvPicPr>
          <p:cNvPr id="898" name="Google Shape;898;g2c298da1f27_1_0"/>
          <p:cNvPicPr preferRelativeResize="0"/>
          <p:nvPr/>
        </p:nvPicPr>
        <p:blipFill rotWithShape="1">
          <a:blip r:embed="rId5">
            <a:alphaModFix/>
          </a:blip>
          <a:srcRect t="475" b="475"/>
          <a:stretch/>
        </p:blipFill>
        <p:spPr>
          <a:xfrm>
            <a:off x="3405159" y="1978552"/>
            <a:ext cx="2333583" cy="1629080"/>
          </a:xfrm>
          <a:prstGeom prst="rect">
            <a:avLst/>
          </a:prstGeom>
          <a:noFill/>
          <a:ln>
            <a:noFill/>
          </a:ln>
          <a:effectLst>
            <a:outerShdw blurRad="57150" dist="19050" dir="5400000" algn="bl" rotWithShape="0">
              <a:srgbClr val="000000">
                <a:alpha val="20000"/>
              </a:srgbClr>
            </a:outerShdw>
          </a:effectLst>
        </p:spPr>
      </p:pic>
      <p:pic>
        <p:nvPicPr>
          <p:cNvPr id="899" name="Google Shape;899;g2c298da1f27_1_0"/>
          <p:cNvPicPr preferRelativeResize="0"/>
          <p:nvPr/>
        </p:nvPicPr>
        <p:blipFill rotWithShape="1">
          <a:blip r:embed="rId6">
            <a:alphaModFix/>
          </a:blip>
          <a:srcRect t="475" b="475"/>
          <a:stretch/>
        </p:blipFill>
        <p:spPr>
          <a:xfrm>
            <a:off x="818475" y="1978551"/>
            <a:ext cx="2333583" cy="1629081"/>
          </a:xfrm>
          <a:prstGeom prst="rect">
            <a:avLst/>
          </a:prstGeom>
          <a:noFill/>
          <a:ln>
            <a:noFill/>
          </a:ln>
          <a:effectLst>
            <a:outerShdw blurRad="57150" dist="19050" dir="5400000" algn="bl" rotWithShape="0">
              <a:srgbClr val="000000">
                <a:alpha val="20000"/>
              </a:srgbClr>
            </a:outerShdw>
          </a:effectLst>
        </p:spPr>
      </p:pic>
      <p:pic>
        <p:nvPicPr>
          <p:cNvPr id="900" name="Google Shape;900;g2c298da1f27_1_0"/>
          <p:cNvPicPr preferRelativeResize="0"/>
          <p:nvPr/>
        </p:nvPicPr>
        <p:blipFill rotWithShape="1">
          <a:blip r:embed="rId7">
            <a:alphaModFix/>
          </a:blip>
          <a:srcRect t="475" b="475"/>
          <a:stretch/>
        </p:blipFill>
        <p:spPr>
          <a:xfrm>
            <a:off x="5991842" y="1978550"/>
            <a:ext cx="2333583" cy="16290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7" name="Google Shape;907;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08" name="Google Shape;90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09" name="Google Shape;909;g2c186218c5a_0_17"/>
          <p:cNvPicPr preferRelativeResize="0"/>
          <p:nvPr/>
        </p:nvPicPr>
        <p:blipFill rotWithShape="1">
          <a:blip r:embed="rId3">
            <a:alphaModFix/>
          </a:blip>
          <a:srcRect/>
          <a:stretch/>
        </p:blipFill>
        <p:spPr>
          <a:xfrm>
            <a:off x="889350" y="1723975"/>
            <a:ext cx="3588137" cy="1434669"/>
          </a:xfrm>
          <a:prstGeom prst="rect">
            <a:avLst/>
          </a:prstGeom>
          <a:noFill/>
          <a:ln>
            <a:noFill/>
          </a:ln>
          <a:effectLst>
            <a:outerShdw blurRad="71438" dist="19050" dir="5400000" algn="bl" rotWithShape="0">
              <a:srgbClr val="000000">
                <a:alpha val="20000"/>
              </a:srgbClr>
            </a:outerShdw>
          </a:effectLst>
        </p:spPr>
      </p:pic>
      <p:pic>
        <p:nvPicPr>
          <p:cNvPr id="910" name="Google Shape;910;g2c186218c5a_0_17"/>
          <p:cNvPicPr preferRelativeResize="0"/>
          <p:nvPr/>
        </p:nvPicPr>
        <p:blipFill rotWithShape="1">
          <a:blip r:embed="rId4">
            <a:alphaModFix/>
          </a:blip>
          <a:srcRect t="99" b="109"/>
          <a:stretch/>
        </p:blipFill>
        <p:spPr>
          <a:xfrm>
            <a:off x="889350" y="3516780"/>
            <a:ext cx="3588137" cy="1434669"/>
          </a:xfrm>
          <a:prstGeom prst="rect">
            <a:avLst/>
          </a:prstGeom>
          <a:noFill/>
          <a:ln>
            <a:noFill/>
          </a:ln>
          <a:effectLst>
            <a:outerShdw blurRad="71438" dist="19050" dir="5400000" algn="bl" rotWithShape="0">
              <a:srgbClr val="000000">
                <a:alpha val="20000"/>
              </a:srgbClr>
            </a:outerShdw>
          </a:effectLst>
        </p:spPr>
      </p:pic>
      <p:pic>
        <p:nvPicPr>
          <p:cNvPr id="911" name="Google Shape;911;g2c186218c5a_0_17"/>
          <p:cNvPicPr preferRelativeResize="0"/>
          <p:nvPr/>
        </p:nvPicPr>
        <p:blipFill rotWithShape="1">
          <a:blip r:embed="rId5">
            <a:alphaModFix/>
          </a:blip>
          <a:srcRect/>
          <a:stretch/>
        </p:blipFill>
        <p:spPr>
          <a:xfrm>
            <a:off x="4666512" y="1723975"/>
            <a:ext cx="3588137" cy="1434669"/>
          </a:xfrm>
          <a:prstGeom prst="rect">
            <a:avLst/>
          </a:prstGeom>
          <a:noFill/>
          <a:ln>
            <a:noFill/>
          </a:ln>
          <a:effectLst>
            <a:outerShdw blurRad="71438" dist="19050" dir="5400000" algn="bl" rotWithShape="0">
              <a:srgbClr val="000000">
                <a:alpha val="20000"/>
              </a:srgbClr>
            </a:outerShdw>
          </a:effectLst>
        </p:spPr>
      </p:pic>
      <p:pic>
        <p:nvPicPr>
          <p:cNvPr id="912" name="Google Shape;912;g2c186218c5a_0_17"/>
          <p:cNvPicPr preferRelativeResize="0"/>
          <p:nvPr/>
        </p:nvPicPr>
        <p:blipFill rotWithShape="1">
          <a:blip r:embed="rId6">
            <a:alphaModFix/>
          </a:blip>
          <a:srcRect/>
          <a:stretch/>
        </p:blipFill>
        <p:spPr>
          <a:xfrm>
            <a:off x="4666512" y="3516780"/>
            <a:ext cx="3588137"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9" name="Google Shape;919;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sp>
        <p:nvSpPr>
          <p:cNvPr id="920" name="Google Shape;920;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21" name="Google Shape;921;g26b641b03cd_0_185"/>
          <p:cNvPicPr preferRelativeResize="0"/>
          <p:nvPr/>
        </p:nvPicPr>
        <p:blipFill rotWithShape="1">
          <a:blip r:embed="rId3">
            <a:alphaModFix/>
          </a:blip>
          <a:srcRect t="39" b="39"/>
          <a:stretch/>
        </p:blipFill>
        <p:spPr>
          <a:xfrm>
            <a:off x="889350" y="1723975"/>
            <a:ext cx="3588138" cy="1434669"/>
          </a:xfrm>
          <a:prstGeom prst="rect">
            <a:avLst/>
          </a:prstGeom>
          <a:noFill/>
          <a:ln>
            <a:noFill/>
          </a:ln>
          <a:effectLst>
            <a:outerShdw blurRad="71438" dist="19050" dir="5400000" algn="bl" rotWithShape="0">
              <a:srgbClr val="000000">
                <a:alpha val="20000"/>
              </a:srgbClr>
            </a:outerShdw>
          </a:effectLst>
        </p:spPr>
      </p:pic>
      <p:pic>
        <p:nvPicPr>
          <p:cNvPr id="922" name="Google Shape;922;g26b641b03cd_0_185"/>
          <p:cNvPicPr preferRelativeResize="0"/>
          <p:nvPr/>
        </p:nvPicPr>
        <p:blipFill rotWithShape="1">
          <a:blip r:embed="rId4">
            <a:alphaModFix/>
          </a:blip>
          <a:srcRect t="149" b="139"/>
          <a:stretch/>
        </p:blipFill>
        <p:spPr>
          <a:xfrm>
            <a:off x="889350" y="3516780"/>
            <a:ext cx="3588138" cy="1434669"/>
          </a:xfrm>
          <a:prstGeom prst="rect">
            <a:avLst/>
          </a:prstGeom>
          <a:noFill/>
          <a:ln>
            <a:noFill/>
          </a:ln>
          <a:effectLst>
            <a:outerShdw blurRad="71438" dist="19050" dir="5400000" algn="bl" rotWithShape="0">
              <a:srgbClr val="000000">
                <a:alpha val="20000"/>
              </a:srgbClr>
            </a:outerShdw>
          </a:effectLst>
        </p:spPr>
      </p:pic>
      <p:pic>
        <p:nvPicPr>
          <p:cNvPr id="923" name="Google Shape;923;g26b641b03cd_0_185"/>
          <p:cNvPicPr preferRelativeResize="0"/>
          <p:nvPr/>
        </p:nvPicPr>
        <p:blipFill rotWithShape="1">
          <a:blip r:embed="rId5">
            <a:alphaModFix/>
          </a:blip>
          <a:srcRect t="39" b="39"/>
          <a:stretch/>
        </p:blipFill>
        <p:spPr>
          <a:xfrm>
            <a:off x="4666512" y="1723975"/>
            <a:ext cx="3588138" cy="1434669"/>
          </a:xfrm>
          <a:prstGeom prst="rect">
            <a:avLst/>
          </a:prstGeom>
          <a:noFill/>
          <a:ln>
            <a:noFill/>
          </a:ln>
          <a:effectLst>
            <a:outerShdw blurRad="71438" dist="19050" dir="5400000" algn="bl" rotWithShape="0">
              <a:srgbClr val="000000">
                <a:alpha val="20000"/>
              </a:srgbClr>
            </a:outerShdw>
          </a:effectLst>
        </p:spPr>
      </p:pic>
      <p:pic>
        <p:nvPicPr>
          <p:cNvPr id="924" name="Google Shape;924;g26b641b03cd_0_185"/>
          <p:cNvPicPr preferRelativeResize="0"/>
          <p:nvPr/>
        </p:nvPicPr>
        <p:blipFill rotWithShape="1">
          <a:blip r:embed="rId6">
            <a:alphaModFix/>
          </a:blip>
          <a:srcRect t="39" b="39"/>
          <a:stretch/>
        </p:blipFill>
        <p:spPr>
          <a:xfrm>
            <a:off x="4666512" y="3516780"/>
            <a:ext cx="3588138" cy="1434669"/>
          </a:xfrm>
          <a:prstGeom prst="rect">
            <a:avLst/>
          </a:prstGeom>
          <a:noFill/>
          <a:ln>
            <a:noFill/>
          </a:ln>
          <a:effectLst>
            <a:outerShdw blurRad="71438"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1" name="Google Shape;93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32" name="Google Shape;93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33" name="Google Shape;933;g2c186218c5a_0_25"/>
          <p:cNvPicPr preferRelativeResize="0"/>
          <p:nvPr/>
        </p:nvPicPr>
        <p:blipFill rotWithShape="1">
          <a:blip r:embed="rId3">
            <a:alphaModFix/>
          </a:blip>
          <a:srcRect l="79" r="79"/>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34" name="Google Shape;934;g2c186218c5a_0_25"/>
          <p:cNvPicPr preferRelativeResize="0"/>
          <p:nvPr/>
        </p:nvPicPr>
        <p:blipFill rotWithShape="1">
          <a:blip r:embed="rId4">
            <a:alphaModFix/>
          </a:blip>
          <a:srcRect l="19" r="29"/>
          <a:stretch/>
        </p:blipFill>
        <p:spPr>
          <a:xfrm>
            <a:off x="6466506" y="2001075"/>
            <a:ext cx="1747050" cy="2472848"/>
          </a:xfrm>
          <a:prstGeom prst="rect">
            <a:avLst/>
          </a:prstGeom>
          <a:noFill/>
          <a:ln>
            <a:noFill/>
          </a:ln>
          <a:effectLst>
            <a:outerShdw blurRad="71438" dist="28575" dir="5400000" algn="bl" rotWithShape="0">
              <a:srgbClr val="000000">
                <a:alpha val="15686"/>
              </a:srgbClr>
            </a:outerShdw>
          </a:effectLst>
        </p:spPr>
      </p:pic>
      <p:pic>
        <p:nvPicPr>
          <p:cNvPr id="935" name="Google Shape;935;g2c186218c5a_0_25"/>
          <p:cNvPicPr preferRelativeResize="0"/>
          <p:nvPr/>
        </p:nvPicPr>
        <p:blipFill rotWithShape="1">
          <a:blip r:embed="rId5">
            <a:alphaModFix/>
          </a:blip>
          <a:srcRect l="19" r="2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936" name="Google Shape;936;g2c186218c5a_0_25"/>
          <p:cNvPicPr preferRelativeResize="0"/>
          <p:nvPr/>
        </p:nvPicPr>
        <p:blipFill rotWithShape="1">
          <a:blip r:embed="rId6">
            <a:alphaModFix/>
          </a:blip>
          <a:srcRect l="19" r="2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3" name="Google Shape;94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Lowercase Formation</a:t>
            </a:r>
            <a:endParaRPr/>
          </a:p>
        </p:txBody>
      </p:sp>
      <p:sp>
        <p:nvSpPr>
          <p:cNvPr id="944" name="Google Shape;94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45" name="Google Shape;945;g26b641b03cd_0_192"/>
          <p:cNvPicPr preferRelativeResize="0"/>
          <p:nvPr/>
        </p:nvPicPr>
        <p:blipFill rotWithShape="1">
          <a:blip r:embed="rId3">
            <a:alphaModFix/>
          </a:blip>
          <a:srcRect/>
          <a:stretch/>
        </p:blipFill>
        <p:spPr>
          <a:xfrm>
            <a:off x="930445" y="2001075"/>
            <a:ext cx="1747050" cy="2472849"/>
          </a:xfrm>
          <a:prstGeom prst="rect">
            <a:avLst/>
          </a:prstGeom>
          <a:noFill/>
          <a:ln>
            <a:noFill/>
          </a:ln>
          <a:effectLst>
            <a:outerShdw blurRad="71438" dist="28575" dir="5400000" algn="bl" rotWithShape="0">
              <a:srgbClr val="000000">
                <a:alpha val="15686"/>
              </a:srgbClr>
            </a:outerShdw>
          </a:effectLst>
        </p:spPr>
      </p:pic>
      <p:pic>
        <p:nvPicPr>
          <p:cNvPr id="946" name="Google Shape;946;g26b641b03cd_0_192"/>
          <p:cNvPicPr preferRelativeResize="0"/>
          <p:nvPr/>
        </p:nvPicPr>
        <p:blipFill rotWithShape="1">
          <a:blip r:embed="rId4">
            <a:alphaModFix/>
          </a:blip>
          <a:srcRect t="59" b="49"/>
          <a:stretch/>
        </p:blipFill>
        <p:spPr>
          <a:xfrm>
            <a:off x="6466506" y="2001075"/>
            <a:ext cx="1747050" cy="2472848"/>
          </a:xfrm>
          <a:prstGeom prst="rect">
            <a:avLst/>
          </a:prstGeom>
          <a:noFill/>
          <a:ln>
            <a:noFill/>
          </a:ln>
          <a:effectLst>
            <a:outerShdw blurRad="71438" dist="28575" dir="5400000" algn="bl" rotWithShape="0">
              <a:srgbClr val="000000">
                <a:alpha val="15686"/>
              </a:srgbClr>
            </a:outerShdw>
          </a:effectLst>
        </p:spPr>
      </p:pic>
      <p:pic>
        <p:nvPicPr>
          <p:cNvPr id="947" name="Google Shape;947;g26b641b03cd_0_192"/>
          <p:cNvPicPr preferRelativeResize="0"/>
          <p:nvPr/>
        </p:nvPicPr>
        <p:blipFill rotWithShape="1">
          <a:blip r:embed="rId5">
            <a:alphaModFix/>
          </a:blip>
          <a:srcRect t="59" b="49"/>
          <a:stretch/>
        </p:blipFill>
        <p:spPr>
          <a:xfrm>
            <a:off x="2775799" y="2001075"/>
            <a:ext cx="1747050" cy="2472848"/>
          </a:xfrm>
          <a:prstGeom prst="rect">
            <a:avLst/>
          </a:prstGeom>
          <a:noFill/>
          <a:ln>
            <a:noFill/>
          </a:ln>
          <a:effectLst>
            <a:outerShdw blurRad="71438" dist="28575" dir="5400000" algn="bl" rotWithShape="0">
              <a:srgbClr val="000000">
                <a:alpha val="15686"/>
              </a:srgbClr>
            </a:outerShdw>
          </a:effectLst>
        </p:spPr>
      </p:pic>
      <p:pic>
        <p:nvPicPr>
          <p:cNvPr id="948" name="Google Shape;948;g26b641b03cd_0_192"/>
          <p:cNvPicPr preferRelativeResize="0"/>
          <p:nvPr/>
        </p:nvPicPr>
        <p:blipFill rotWithShape="1">
          <a:blip r:embed="rId6">
            <a:alphaModFix/>
          </a:blip>
          <a:srcRect t="59" b="49"/>
          <a:stretch/>
        </p:blipFill>
        <p:spPr>
          <a:xfrm>
            <a:off x="4621153" y="2001075"/>
            <a:ext cx="1747050" cy="2472848"/>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5" name="Google Shape;95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56" name="Google Shape;95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57" name="Google Shape;957;g26b641b03cd_0_204"/>
          <p:cNvPicPr preferRelativeResize="0"/>
          <p:nvPr/>
        </p:nvPicPr>
        <p:blipFill rotWithShape="1">
          <a:blip r:embed="rId3">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58" name="Google Shape;958;g26b641b03cd_0_204"/>
          <p:cNvPicPr preferRelativeResize="0"/>
          <p:nvPr/>
        </p:nvPicPr>
        <p:blipFill rotWithShape="1">
          <a:blip r:embed="rId4">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59" name="Google Shape;959;g26b641b03cd_0_204"/>
          <p:cNvPicPr preferRelativeResize="0"/>
          <p:nvPr/>
        </p:nvPicPr>
        <p:blipFill rotWithShape="1">
          <a:blip r:embed="rId5">
            <a:alphaModFix/>
          </a:blip>
          <a:srcRect/>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60" name="Google Shape;960;g26b641b03cd_0_204"/>
          <p:cNvPicPr preferRelativeResize="0"/>
          <p:nvPr/>
        </p:nvPicPr>
        <p:blipFill rotWithShape="1">
          <a:blip r:embed="rId6">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7" name="Google Shape;96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968" name="Google Shape;968;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69" name="Google Shape;969;g2c186218c5a_0_48"/>
          <p:cNvPicPr preferRelativeResize="0"/>
          <p:nvPr/>
        </p:nvPicPr>
        <p:blipFill rotWithShape="1">
          <a:blip r:embed="rId3">
            <a:alphaModFix/>
          </a:blip>
          <a:srcRect l="79" r="8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0" name="Google Shape;970;g2c186218c5a_0_48"/>
          <p:cNvPicPr preferRelativeResize="0"/>
          <p:nvPr/>
        </p:nvPicPr>
        <p:blipFill rotWithShape="1">
          <a:blip r:embed="rId4">
            <a:alphaModFix/>
          </a:blip>
          <a:srcRect l="79" r="8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1" name="Google Shape;971;g2c186218c5a_0_48"/>
          <p:cNvPicPr preferRelativeResize="0"/>
          <p:nvPr/>
        </p:nvPicPr>
        <p:blipFill rotWithShape="1">
          <a:blip r:embed="rId5">
            <a:alphaModFix/>
          </a:blip>
          <a:srcRect l="79" r="89"/>
          <a:stretch/>
        </p:blipFill>
        <p:spPr>
          <a:xfrm>
            <a:off x="646650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972" name="Google Shape;972;g2c186218c5a_0_48"/>
          <p:cNvPicPr preferRelativeResize="0"/>
          <p:nvPr/>
        </p:nvPicPr>
        <p:blipFill rotWithShape="1">
          <a:blip r:embed="rId6">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9" name="Google Shape;97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80" name="Google Shape;98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981" name="Google Shape;981;g26b641b03cd_0_213"/>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pic>
        <p:nvPicPr>
          <p:cNvPr id="982" name="Google Shape;982;g26b641b03cd_0_213"/>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983" name="Google Shape;983;g26b641b03cd_0_213"/>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984" name="Google Shape;984;g26b641b03cd_0_213"/>
          <p:cNvPicPr preferRelativeResize="0"/>
          <p:nvPr/>
        </p:nvPicPr>
        <p:blipFill rotWithShape="1">
          <a:blip r:embed="rId6">
            <a:alphaModFix/>
          </a:blip>
          <a:srcRect l="129" r="139"/>
          <a:stretch/>
        </p:blipFill>
        <p:spPr>
          <a:xfrm>
            <a:off x="6547705" y="1962801"/>
            <a:ext cx="1740570" cy="242670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91" name="Google Shape;99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992" name="Google Shape;99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93" name="Google Shape;993;g2c186218c5a_0_149"/>
          <p:cNvPicPr preferRelativeResize="0"/>
          <p:nvPr/>
        </p:nvPicPr>
        <p:blipFill rotWithShape="1">
          <a:blip r:embed="rId3">
            <a:alphaModFix/>
          </a:blip>
          <a:srcRect l="228" r="228"/>
          <a:stretch/>
        </p:blipFill>
        <p:spPr>
          <a:xfrm>
            <a:off x="2753052"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4" name="Google Shape;994;g2c186218c5a_0_149"/>
          <p:cNvPicPr preferRelativeResize="0"/>
          <p:nvPr/>
        </p:nvPicPr>
        <p:blipFill rotWithShape="1">
          <a:blip r:embed="rId4">
            <a:alphaModFix/>
          </a:blip>
          <a:srcRect l="228" r="228"/>
          <a:stretch/>
        </p:blipFill>
        <p:spPr>
          <a:xfrm>
            <a:off x="855725"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5" name="Google Shape;995;g2c186218c5a_0_149"/>
          <p:cNvPicPr preferRelativeResize="0"/>
          <p:nvPr/>
        </p:nvPicPr>
        <p:blipFill rotWithShape="1">
          <a:blip r:embed="rId5">
            <a:alphaModFix/>
          </a:blip>
          <a:srcRect l="228" r="228"/>
          <a:stretch/>
        </p:blipFill>
        <p:spPr>
          <a:xfrm>
            <a:off x="4650379" y="1962801"/>
            <a:ext cx="1740570" cy="2426700"/>
          </a:xfrm>
          <a:prstGeom prst="rect">
            <a:avLst/>
          </a:prstGeom>
          <a:noFill/>
          <a:ln>
            <a:noFill/>
          </a:ln>
          <a:effectLst>
            <a:outerShdw blurRad="85725" dist="19050" dir="5400000" algn="bl" rotWithShape="0">
              <a:srgbClr val="000000">
                <a:alpha val="20000"/>
              </a:srgbClr>
            </a:outerShdw>
          </a:effectLst>
        </p:spPr>
      </p:pic>
      <p:pic>
        <p:nvPicPr>
          <p:cNvPr id="996" name="Google Shape;996;g2c186218c5a_0_149"/>
          <p:cNvPicPr preferRelativeResize="0"/>
          <p:nvPr/>
        </p:nvPicPr>
        <p:blipFill rotWithShape="1">
          <a:blip r:embed="rId6">
            <a:alphaModFix/>
          </a:blip>
          <a:srcRect l="129" r="139"/>
          <a:stretch/>
        </p:blipFill>
        <p:spPr>
          <a:xfrm>
            <a:off x="6547705" y="1962801"/>
            <a:ext cx="1740570" cy="2426699"/>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26b641b03cd_0_301"/>
          <p:cNvSpPr txBox="1">
            <a:spLocks noGrp="1"/>
          </p:cNvSpPr>
          <p:nvPr>
            <p:ph type="title"/>
          </p:nvPr>
        </p:nvSpPr>
        <p:spPr>
          <a:xfrm>
            <a:off x="818525" y="5568500"/>
            <a:ext cx="7506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03" name="Google Shape;1003;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04" name="Google Shape;100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05" name="Google Shape;1005;g26b641b03cd_0_301"/>
          <p:cNvPicPr preferRelativeResize="0"/>
          <p:nvPr/>
        </p:nvPicPr>
        <p:blipFill rotWithShape="1">
          <a:blip r:embed="rId3">
            <a:alphaModFix/>
          </a:blip>
          <a:srcRect t="553" b="563"/>
          <a:stretch/>
        </p:blipFill>
        <p:spPr>
          <a:xfrm>
            <a:off x="2111817" y="3117195"/>
            <a:ext cx="2333583" cy="1629080"/>
          </a:xfrm>
          <a:prstGeom prst="rect">
            <a:avLst/>
          </a:prstGeom>
          <a:noFill/>
          <a:ln>
            <a:noFill/>
          </a:ln>
          <a:effectLst>
            <a:outerShdw blurRad="57150" dist="19050" dir="5400000" algn="bl" rotWithShape="0">
              <a:srgbClr val="000000">
                <a:alpha val="20000"/>
              </a:srgbClr>
            </a:outerShdw>
          </a:effectLst>
        </p:spPr>
      </p:pic>
      <p:pic>
        <p:nvPicPr>
          <p:cNvPr id="1006" name="Google Shape;1006;g26b641b03cd_0_301"/>
          <p:cNvPicPr preferRelativeResize="0"/>
          <p:nvPr/>
        </p:nvPicPr>
        <p:blipFill rotWithShape="1">
          <a:blip r:embed="rId4">
            <a:alphaModFix/>
          </a:blip>
          <a:srcRect t="553" b="563"/>
          <a:stretch/>
        </p:blipFill>
        <p:spPr>
          <a:xfrm>
            <a:off x="4698500" y="3117195"/>
            <a:ext cx="2333583" cy="1629080"/>
          </a:xfrm>
          <a:prstGeom prst="rect">
            <a:avLst/>
          </a:prstGeom>
          <a:noFill/>
          <a:ln>
            <a:noFill/>
          </a:ln>
          <a:effectLst>
            <a:outerShdw blurRad="57150" dist="19050" dir="5400000" algn="bl" rotWithShape="0">
              <a:srgbClr val="000000">
                <a:alpha val="20000"/>
              </a:srgbClr>
            </a:outerShdw>
          </a:effectLst>
        </p:spPr>
      </p:pic>
      <p:pic>
        <p:nvPicPr>
          <p:cNvPr id="1007" name="Google Shape;1007;g26b641b03cd_0_301"/>
          <p:cNvPicPr preferRelativeResize="0"/>
          <p:nvPr/>
        </p:nvPicPr>
        <p:blipFill rotWithShape="1">
          <a:blip r:embed="rId5">
            <a:alphaModFix/>
          </a:blip>
          <a:srcRect t="475" b="475"/>
          <a:stretch/>
        </p:blipFill>
        <p:spPr>
          <a:xfrm>
            <a:off x="3405159" y="1292752"/>
            <a:ext cx="2333583" cy="1629080"/>
          </a:xfrm>
          <a:prstGeom prst="rect">
            <a:avLst/>
          </a:prstGeom>
          <a:noFill/>
          <a:ln>
            <a:noFill/>
          </a:ln>
          <a:effectLst>
            <a:outerShdw blurRad="57150" dist="19050" dir="5400000" algn="bl" rotWithShape="0">
              <a:srgbClr val="000000">
                <a:alpha val="20000"/>
              </a:srgbClr>
            </a:outerShdw>
          </a:effectLst>
        </p:spPr>
      </p:pic>
      <p:pic>
        <p:nvPicPr>
          <p:cNvPr id="1008" name="Google Shape;1008;g26b641b03cd_0_301"/>
          <p:cNvPicPr preferRelativeResize="0"/>
          <p:nvPr/>
        </p:nvPicPr>
        <p:blipFill rotWithShape="1">
          <a:blip r:embed="rId6">
            <a:alphaModFix/>
          </a:blip>
          <a:srcRect t="475" b="475"/>
          <a:stretch/>
        </p:blipFill>
        <p:spPr>
          <a:xfrm>
            <a:off x="818475" y="1292751"/>
            <a:ext cx="2333583" cy="1629081"/>
          </a:xfrm>
          <a:prstGeom prst="rect">
            <a:avLst/>
          </a:prstGeom>
          <a:noFill/>
          <a:ln>
            <a:noFill/>
          </a:ln>
          <a:effectLst>
            <a:outerShdw blurRad="57150" dist="19050" dir="5400000" algn="bl" rotWithShape="0">
              <a:srgbClr val="000000">
                <a:alpha val="20000"/>
              </a:srgbClr>
            </a:outerShdw>
          </a:effectLst>
        </p:spPr>
      </p:pic>
      <p:pic>
        <p:nvPicPr>
          <p:cNvPr id="1009" name="Google Shape;1009;g26b641b03cd_0_301"/>
          <p:cNvPicPr preferRelativeResize="0"/>
          <p:nvPr/>
        </p:nvPicPr>
        <p:blipFill rotWithShape="1">
          <a:blip r:embed="rId7">
            <a:alphaModFix/>
          </a:blip>
          <a:srcRect t="475" b="475"/>
          <a:stretch/>
        </p:blipFill>
        <p:spPr>
          <a:xfrm>
            <a:off x="5991842" y="1292750"/>
            <a:ext cx="2333583" cy="16290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16" name="Google Shape;1016;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17" name="Google Shape;1017;g26b641b03cd_0_308"/>
          <p:cNvSpPr txBox="1">
            <a:spLocks noGrp="1"/>
          </p:cNvSpPr>
          <p:nvPr>
            <p:ph type="title"/>
          </p:nvPr>
        </p:nvSpPr>
        <p:spPr>
          <a:xfrm>
            <a:off x="857375" y="5568500"/>
            <a:ext cx="7429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18" name="Google Shape;1018;g26b641b03cd_0_308"/>
          <p:cNvPicPr preferRelativeResize="0"/>
          <p:nvPr/>
        </p:nvPicPr>
        <p:blipFill rotWithShape="1">
          <a:blip r:embed="rId3">
            <a:alphaModFix/>
          </a:blip>
          <a:srcRect t="1181" b="1181"/>
          <a:stretch/>
        </p:blipFill>
        <p:spPr>
          <a:xfrm>
            <a:off x="2111817" y="3117195"/>
            <a:ext cx="2333583" cy="1629080"/>
          </a:xfrm>
          <a:prstGeom prst="rect">
            <a:avLst/>
          </a:prstGeom>
          <a:noFill/>
          <a:ln>
            <a:noFill/>
          </a:ln>
          <a:effectLst>
            <a:outerShdw blurRad="57150" dist="19050" dir="5400000" algn="bl" rotWithShape="0">
              <a:srgbClr val="000000">
                <a:alpha val="20000"/>
              </a:srgbClr>
            </a:outerShdw>
          </a:effectLst>
        </p:spPr>
      </p:pic>
      <p:pic>
        <p:nvPicPr>
          <p:cNvPr id="1019" name="Google Shape;1019;g26b641b03cd_0_308"/>
          <p:cNvPicPr preferRelativeResize="0"/>
          <p:nvPr/>
        </p:nvPicPr>
        <p:blipFill rotWithShape="1">
          <a:blip r:embed="rId4">
            <a:alphaModFix/>
          </a:blip>
          <a:srcRect t="1181" b="1181"/>
          <a:stretch/>
        </p:blipFill>
        <p:spPr>
          <a:xfrm>
            <a:off x="4698500" y="3117195"/>
            <a:ext cx="2333583" cy="1629080"/>
          </a:xfrm>
          <a:prstGeom prst="rect">
            <a:avLst/>
          </a:prstGeom>
          <a:noFill/>
          <a:ln>
            <a:noFill/>
          </a:ln>
          <a:effectLst>
            <a:outerShdw blurRad="57150" dist="19050" dir="5400000" algn="bl" rotWithShape="0">
              <a:srgbClr val="000000">
                <a:alpha val="20000"/>
              </a:srgbClr>
            </a:outerShdw>
          </a:effectLst>
        </p:spPr>
      </p:pic>
      <p:pic>
        <p:nvPicPr>
          <p:cNvPr id="1020" name="Google Shape;1020;g26b641b03cd_0_308"/>
          <p:cNvPicPr preferRelativeResize="0"/>
          <p:nvPr/>
        </p:nvPicPr>
        <p:blipFill rotWithShape="1">
          <a:blip r:embed="rId5">
            <a:alphaModFix/>
          </a:blip>
          <a:srcRect t="1095" b="1095"/>
          <a:stretch/>
        </p:blipFill>
        <p:spPr>
          <a:xfrm>
            <a:off x="3405159" y="1292752"/>
            <a:ext cx="2333583" cy="1629080"/>
          </a:xfrm>
          <a:prstGeom prst="rect">
            <a:avLst/>
          </a:prstGeom>
          <a:noFill/>
          <a:ln>
            <a:noFill/>
          </a:ln>
          <a:effectLst>
            <a:outerShdw blurRad="57150" dist="19050" dir="5400000" algn="bl" rotWithShape="0">
              <a:srgbClr val="000000">
                <a:alpha val="20000"/>
              </a:srgbClr>
            </a:outerShdw>
          </a:effectLst>
        </p:spPr>
      </p:pic>
      <p:pic>
        <p:nvPicPr>
          <p:cNvPr id="1021" name="Google Shape;1021;g26b641b03cd_0_308"/>
          <p:cNvPicPr preferRelativeResize="0"/>
          <p:nvPr/>
        </p:nvPicPr>
        <p:blipFill rotWithShape="1">
          <a:blip r:embed="rId6">
            <a:alphaModFix/>
          </a:blip>
          <a:srcRect t="1095" b="1095"/>
          <a:stretch/>
        </p:blipFill>
        <p:spPr>
          <a:xfrm>
            <a:off x="818475" y="1292751"/>
            <a:ext cx="2333583" cy="1629081"/>
          </a:xfrm>
          <a:prstGeom prst="rect">
            <a:avLst/>
          </a:prstGeom>
          <a:noFill/>
          <a:ln>
            <a:noFill/>
          </a:ln>
          <a:effectLst>
            <a:outerShdw blurRad="57150" dist="19050" dir="5400000" algn="bl" rotWithShape="0">
              <a:srgbClr val="000000">
                <a:alpha val="20000"/>
              </a:srgbClr>
            </a:outerShdw>
          </a:effectLst>
        </p:spPr>
      </p:pic>
      <p:pic>
        <p:nvPicPr>
          <p:cNvPr id="1022" name="Google Shape;1022;g26b641b03cd_0_308"/>
          <p:cNvPicPr preferRelativeResize="0"/>
          <p:nvPr/>
        </p:nvPicPr>
        <p:blipFill rotWithShape="1">
          <a:blip r:embed="rId7">
            <a:alphaModFix/>
          </a:blip>
          <a:srcRect t="1095" b="1095"/>
          <a:stretch/>
        </p:blipFill>
        <p:spPr>
          <a:xfrm>
            <a:off x="5991842" y="1292750"/>
            <a:ext cx="2333583" cy="162908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6b641b03cd_0_315"/>
          <p:cNvSpPr txBox="1">
            <a:spLocks noGrp="1"/>
          </p:cNvSpPr>
          <p:nvPr>
            <p:ph type="title"/>
          </p:nvPr>
        </p:nvSpPr>
        <p:spPr>
          <a:xfrm>
            <a:off x="702800" y="5568500"/>
            <a:ext cx="7738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029" name="Google Shape;1029;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30" name="Google Shape;1030;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31" name="Google Shape;1031;g26b641b03cd_0_315"/>
          <p:cNvPicPr preferRelativeResize="0"/>
          <p:nvPr/>
        </p:nvPicPr>
        <p:blipFill rotWithShape="1">
          <a:blip r:embed="rId3">
            <a:alphaModFix/>
          </a:blip>
          <a:srcRect t="19" b="19"/>
          <a:stretch/>
        </p:blipFill>
        <p:spPr>
          <a:xfrm>
            <a:off x="1246525" y="1967325"/>
            <a:ext cx="3198429" cy="2399999"/>
          </a:xfrm>
          <a:prstGeom prst="rect">
            <a:avLst/>
          </a:prstGeom>
          <a:noFill/>
          <a:ln>
            <a:noFill/>
          </a:ln>
          <a:effectLst>
            <a:outerShdw blurRad="57150" dist="19050" dir="5400000" algn="bl" rotWithShape="0">
              <a:srgbClr val="000000">
                <a:alpha val="20000"/>
              </a:srgbClr>
            </a:outerShdw>
          </a:effectLst>
        </p:spPr>
      </p:pic>
      <p:pic>
        <p:nvPicPr>
          <p:cNvPr id="1032" name="Google Shape;1032;g26b641b03cd_0_315"/>
          <p:cNvPicPr preferRelativeResize="0"/>
          <p:nvPr/>
        </p:nvPicPr>
        <p:blipFill rotWithShape="1">
          <a:blip r:embed="rId4">
            <a:alphaModFix/>
          </a:blip>
          <a:srcRect t="19" b="19"/>
          <a:stretch/>
        </p:blipFill>
        <p:spPr>
          <a:xfrm>
            <a:off x="4699045" y="1967325"/>
            <a:ext cx="3198429" cy="239999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g26b641b03cd_1_0"/>
          <p:cNvSpPr txBox="1">
            <a:spLocks noGrp="1"/>
          </p:cNvSpPr>
          <p:nvPr>
            <p:ph type="title"/>
          </p:nvPr>
        </p:nvSpPr>
        <p:spPr>
          <a:xfrm>
            <a:off x="787750" y="5568500"/>
            <a:ext cx="75684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High Frequency Words</a:t>
            </a:r>
            <a:endParaRPr/>
          </a:p>
        </p:txBody>
      </p:sp>
      <p:sp>
        <p:nvSpPr>
          <p:cNvPr id="1039" name="Google Shape;1039;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1040" name="Google Shape;1040;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41" name="Google Shape;1041;g26b641b03cd_1_0"/>
          <p:cNvPicPr preferRelativeResize="0"/>
          <p:nvPr/>
        </p:nvPicPr>
        <p:blipFill rotWithShape="1">
          <a:blip r:embed="rId3">
            <a:alphaModFix/>
          </a:blip>
          <a:srcRect t="89" b="99"/>
          <a:stretch/>
        </p:blipFill>
        <p:spPr>
          <a:xfrm>
            <a:off x="1246525" y="1967325"/>
            <a:ext cx="3198430" cy="2400000"/>
          </a:xfrm>
          <a:prstGeom prst="rect">
            <a:avLst/>
          </a:prstGeom>
          <a:noFill/>
          <a:ln>
            <a:noFill/>
          </a:ln>
          <a:effectLst>
            <a:outerShdw blurRad="57150" dist="19050" dir="5400000" algn="bl" rotWithShape="0">
              <a:srgbClr val="000000">
                <a:alpha val="20000"/>
              </a:srgbClr>
            </a:outerShdw>
          </a:effectLst>
        </p:spPr>
      </p:pic>
      <p:pic>
        <p:nvPicPr>
          <p:cNvPr id="1042" name="Google Shape;1042;g26b641b03cd_1_0"/>
          <p:cNvPicPr preferRelativeResize="0"/>
          <p:nvPr/>
        </p:nvPicPr>
        <p:blipFill rotWithShape="1">
          <a:blip r:embed="rId4">
            <a:alphaModFix/>
          </a:blip>
          <a:srcRect t="89" b="99"/>
          <a:stretch/>
        </p:blipFill>
        <p:spPr>
          <a:xfrm>
            <a:off x="4699045" y="1967325"/>
            <a:ext cx="3198430" cy="240000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pic>
        <p:nvPicPr>
          <p:cNvPr id="1048" name="Google Shape;1048;g2dac85b17b2_0_0"/>
          <p:cNvPicPr preferRelativeResize="0"/>
          <p:nvPr/>
        </p:nvPicPr>
        <p:blipFill rotWithShape="1">
          <a:blip r:embed="rId3">
            <a:alphaModFix/>
          </a:blip>
          <a:srcRect l="573" r="572"/>
          <a:stretch/>
        </p:blipFill>
        <p:spPr>
          <a:xfrm>
            <a:off x="4392597" y="2681611"/>
            <a:ext cx="3906212" cy="2453951"/>
          </a:xfrm>
          <a:prstGeom prst="rect">
            <a:avLst/>
          </a:prstGeom>
          <a:noFill/>
          <a:ln>
            <a:noFill/>
          </a:ln>
        </p:spPr>
      </p:pic>
      <p:pic>
        <p:nvPicPr>
          <p:cNvPr id="1049" name="Google Shape;1049;g2dac85b17b2_0_0"/>
          <p:cNvPicPr preferRelativeResize="0"/>
          <p:nvPr/>
        </p:nvPicPr>
        <p:blipFill rotWithShape="1">
          <a:blip r:embed="rId4">
            <a:alphaModFix/>
          </a:blip>
          <a:srcRect l="227" r="218"/>
          <a:stretch/>
        </p:blipFill>
        <p:spPr>
          <a:xfrm>
            <a:off x="879153" y="2714147"/>
            <a:ext cx="3362575" cy="1091031"/>
          </a:xfrm>
          <a:prstGeom prst="rect">
            <a:avLst/>
          </a:prstGeom>
          <a:noFill/>
          <a:ln>
            <a:noFill/>
          </a:ln>
        </p:spPr>
      </p:pic>
      <p:pic>
        <p:nvPicPr>
          <p:cNvPr id="1050" name="Google Shape;1050;g2dac85b17b2_0_0"/>
          <p:cNvPicPr preferRelativeResize="0"/>
          <p:nvPr/>
        </p:nvPicPr>
        <p:blipFill rotWithShape="1">
          <a:blip r:embed="rId5">
            <a:alphaModFix/>
          </a:blip>
          <a:srcRect l="401" r="1703"/>
          <a:stretch/>
        </p:blipFill>
        <p:spPr>
          <a:xfrm>
            <a:off x="823475" y="3906426"/>
            <a:ext cx="3529584" cy="116174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301</Words>
  <Application>Microsoft Office PowerPoint</Application>
  <PresentationFormat>On-screen Show (4:3)</PresentationFormat>
  <Paragraphs>101</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Poppins</vt:lpstr>
      <vt:lpstr>Calibri</vt:lpstr>
      <vt:lpstr>Poppins Medium</vt:lpstr>
      <vt:lpstr>Poppins SemiBold</vt:lpstr>
      <vt:lpstr>Nunito Black</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vt:lpstr>
      <vt:lpstr>Hear Phonemes</vt:lpstr>
      <vt:lpstr>Hear Phonemes</vt:lpstr>
      <vt:lpstr>Review Grapheme Caption</vt:lpstr>
      <vt:lpstr>Review Lowercase Formation</vt:lpstr>
      <vt:lpstr>Build a Decodable Word</vt:lpstr>
      <vt:lpstr>Build a Decodable Word</vt:lpstr>
      <vt:lpstr>Practise with Alien Words</vt:lpstr>
      <vt:lpstr>Practise with Alien Words</vt:lpstr>
      <vt:lpstr>Practise Common Exception Words</vt:lpstr>
      <vt:lpstr>Practise Common Exception Words</vt:lpstr>
      <vt:lpstr>Practise High Frequency Words</vt:lpstr>
      <vt:lpstr>Practise High Frequency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2026-05-20T04:25:52Z</dcterms:modified>
</cp:coreProperties>
</file>