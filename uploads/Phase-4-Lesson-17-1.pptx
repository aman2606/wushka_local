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embeddedFontLst>
    <p:embeddedFont>
      <p:font typeface="Jost" panose="020B0604020202020204" charset="0"/>
      <p:regular r:id="rId26"/>
      <p:bold r:id="rId27"/>
      <p:italic r:id="rId28"/>
      <p:boldItalic r:id="rId29"/>
    </p:embeddedFont>
    <p:embeddedFont>
      <p:font typeface="Nunito Black" pitchFamily="2" charset="0"/>
      <p:bold r:id="rId30"/>
      <p:boldItalic r:id="rId31"/>
    </p:embeddedFont>
    <p:embeddedFont>
      <p:font typeface="Poppins" panose="000005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
      <p:font typeface="Poppins SemiBold" panose="000007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0" roundtripDataSignature="AMtx7mjpsNFzjMJaZ5eIz+GYChHQYkXI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CA90453-E784-486D-8A5D-E2E4BF2894D0}">
  <a:tblStyle styleId="{CCA90453-E784-486D-8A5D-E2E4BF2894D0}"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21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font" Target="fonts/font17.fntdata"/><Relationship Id="rId50"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16.fntdata"/><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2" name="Google Shape;71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1"/>
        <p:cNvGrpSpPr/>
        <p:nvPr/>
      </p:nvGrpSpPr>
      <p:grpSpPr>
        <a:xfrm>
          <a:off x="0" y="0"/>
          <a:ext cx="0" cy="0"/>
          <a:chOff x="0" y="0"/>
          <a:chExt cx="0" cy="0"/>
        </a:xfrm>
      </p:grpSpPr>
      <p:sp>
        <p:nvSpPr>
          <p:cNvPr id="772" name="Google Shape;772;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3" name="Google Shape;773;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4" name="Google Shape;774;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9" name="Google Shape;80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7"/>
        <p:cNvGrpSpPr/>
        <p:nvPr/>
      </p:nvGrpSpPr>
      <p:grpSpPr>
        <a:xfrm>
          <a:off x="0" y="0"/>
          <a:ext cx="0" cy="0"/>
          <a:chOff x="0" y="0"/>
          <a:chExt cx="0" cy="0"/>
        </a:xfrm>
      </p:grpSpPr>
      <p:sp>
        <p:nvSpPr>
          <p:cNvPr id="828" name="Google Shape;828;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9" name="Google Shape;829;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4" name="Google Shape;864;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8" name="Google Shape;878;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6" name="Google Shape;88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7" name="Google Shape;88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2d06146e6b6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9" name="Google Shape;929;g2d06146e6b6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2d06146e6b6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2d06146e6b6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2" name="Google Shape;962;g2d06146e6b6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3" name="Google Shape;963;g2d06146e6b6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5" name="Google Shape;1005;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6" name="Google Shape;1006;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4" name="Google Shape;101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5" name="Google Shape;101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3" name="Google Shape;1023;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2" name="Google Shape;1032;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3" name="Google Shape;1033;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1" name="Google Shape;1041;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2" name="Google Shape;1042;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2d06146e6b6_0_8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0" name="Google Shape;1050;g2d06146e6b6_0_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1" name="Google Shape;1051;g2d06146e6b6_0_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2d06146e6b6_0_8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9" name="Google Shape;1059;g2d06146e6b6_0_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0" name="Google Shape;1060;g2d06146e6b6_0_8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5"/>
        <p:cNvGrpSpPr/>
        <p:nvPr/>
      </p:nvGrpSpPr>
      <p:grpSpPr>
        <a:xfrm>
          <a:off x="0" y="0"/>
          <a:ext cx="0" cy="0"/>
          <a:chOff x="0" y="0"/>
          <a:chExt cx="0" cy="0"/>
        </a:xfrm>
      </p:grpSpPr>
      <p:sp>
        <p:nvSpPr>
          <p:cNvPr id="1076" name="Google Shape;107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7" name="Google Shape;107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2d06146e6b6_0_9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7" name="Google Shape;1107;g2d06146e6b6_0_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8" name="Google Shape;1108;g2d06146e6b6_0_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2358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7950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6" name="Google Shape;46;p15"/>
          <p:cNvSpPr txBox="1"/>
          <p:nvPr/>
        </p:nvSpPr>
        <p:spPr>
          <a:xfrm>
            <a:off x="856314" y="22006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7" name="Google Shape;47;p15"/>
          <p:cNvCxnSpPr/>
          <p:nvPr/>
        </p:nvCxnSpPr>
        <p:spPr>
          <a:xfrm>
            <a:off x="865586" y="3687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8" name="Google Shape;48;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9" name="Google Shape;49;p15"/>
          <p:cNvCxnSpPr/>
          <p:nvPr/>
        </p:nvCxnSpPr>
        <p:spPr>
          <a:xfrm>
            <a:off x="865586" y="17092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 name="Google Shape;58;p15"/>
          <p:cNvGrpSpPr/>
          <p:nvPr/>
        </p:nvGrpSpPr>
        <p:grpSpPr>
          <a:xfrm>
            <a:off x="-36800" y="-52000"/>
            <a:ext cx="9236100" cy="543750"/>
            <a:chOff x="-36800" y="-52000"/>
            <a:chExt cx="9236100" cy="543750"/>
          </a:xfrm>
        </p:grpSpPr>
        <p:sp>
          <p:nvSpPr>
            <p:cNvPr id="59" name="Google Shape;59;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0" name="Google Shape;60;p15"/>
            <p:cNvGrpSpPr/>
            <p:nvPr/>
          </p:nvGrpSpPr>
          <p:grpSpPr>
            <a:xfrm>
              <a:off x="3235760" y="88250"/>
              <a:ext cx="1337400" cy="403500"/>
              <a:chOff x="565600" y="88250"/>
              <a:chExt cx="1337400" cy="403500"/>
            </a:xfrm>
          </p:grpSpPr>
          <p:sp>
            <p:nvSpPr>
              <p:cNvPr id="61" name="Google Shape;61;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 name="Google Shape;62;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3" name="Google Shape;63;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4"/>
        <p:cNvGrpSpPr/>
        <p:nvPr/>
      </p:nvGrpSpPr>
      <p:grpSpPr>
        <a:xfrm>
          <a:off x="0" y="0"/>
          <a:ext cx="0" cy="0"/>
          <a:chOff x="0" y="0"/>
          <a:chExt cx="0" cy="0"/>
        </a:xfrm>
      </p:grpSpPr>
      <p:sp>
        <p:nvSpPr>
          <p:cNvPr id="75" name="Google Shape;75;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 name="Google Shape;76;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7" name="Google Shape;77;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8" name="Google Shape;78;g26b641b03cd_1_92"/>
          <p:cNvGrpSpPr/>
          <p:nvPr/>
        </p:nvGrpSpPr>
        <p:grpSpPr>
          <a:xfrm>
            <a:off x="357775" y="5983875"/>
            <a:ext cx="586800" cy="571500"/>
            <a:chOff x="662575" y="6212475"/>
            <a:chExt cx="586800" cy="571500"/>
          </a:xfrm>
        </p:grpSpPr>
        <p:sp>
          <p:nvSpPr>
            <p:cNvPr id="79" name="Google Shape;79;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 name="Google Shape;80;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2" name="Google Shape;82;g26b641b03cd_1_92"/>
          <p:cNvGrpSpPr/>
          <p:nvPr/>
        </p:nvGrpSpPr>
        <p:grpSpPr>
          <a:xfrm>
            <a:off x="8199150" y="5983875"/>
            <a:ext cx="586800" cy="571500"/>
            <a:chOff x="7894350" y="6212475"/>
            <a:chExt cx="586800" cy="571500"/>
          </a:xfrm>
        </p:grpSpPr>
        <p:sp>
          <p:nvSpPr>
            <p:cNvPr id="83" name="Google Shape;83;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 name="Google Shape;84;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6" name="Google Shape;86;g26b641b03cd_1_92"/>
          <p:cNvGrpSpPr/>
          <p:nvPr/>
        </p:nvGrpSpPr>
        <p:grpSpPr>
          <a:xfrm>
            <a:off x="-36800" y="-52000"/>
            <a:ext cx="9236100" cy="543750"/>
            <a:chOff x="-36800" y="-52000"/>
            <a:chExt cx="9236100" cy="543750"/>
          </a:xfrm>
        </p:grpSpPr>
        <p:sp>
          <p:nvSpPr>
            <p:cNvPr id="87" name="Google Shape;87;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8" name="Google Shape;88;g26b641b03cd_1_92"/>
            <p:cNvGrpSpPr/>
            <p:nvPr/>
          </p:nvGrpSpPr>
          <p:grpSpPr>
            <a:xfrm>
              <a:off x="3235760" y="88250"/>
              <a:ext cx="1337400" cy="403500"/>
              <a:chOff x="565600" y="88250"/>
              <a:chExt cx="1337400" cy="403500"/>
            </a:xfrm>
          </p:grpSpPr>
          <p:sp>
            <p:nvSpPr>
              <p:cNvPr id="89" name="Google Shape;89;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0" name="Google Shape;90;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1" name="Google Shape;91;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2" name="Google Shape;92;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2"/>
        <p:cNvGrpSpPr/>
        <p:nvPr/>
      </p:nvGrpSpPr>
      <p:grpSpPr>
        <a:xfrm>
          <a:off x="0" y="0"/>
          <a:ext cx="0" cy="0"/>
          <a:chOff x="0" y="0"/>
          <a:chExt cx="0" cy="0"/>
        </a:xfrm>
      </p:grpSpPr>
      <p:sp>
        <p:nvSpPr>
          <p:cNvPr id="103" name="Google Shape;103;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 name="Google Shape;104;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5" name="Google Shape;10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 name="Google Shape;106;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 name="Google Shape;107;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9" name="Google Shape;10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CCVCC (short vowel)</a:t>
            </a:r>
            <a:endParaRPr sz="1800" b="0" i="0" u="none" strike="noStrike" cap="none">
              <a:solidFill>
                <a:srgbClr val="FFFFFF"/>
              </a:solidFill>
              <a:latin typeface="Poppins SemiBold"/>
              <a:ea typeface="Poppins SemiBold"/>
              <a:cs typeface="Poppins SemiBold"/>
              <a:sym typeface="Poppins SemiBold"/>
            </a:endParaRPr>
          </a:p>
        </p:txBody>
      </p:sp>
      <p:sp>
        <p:nvSpPr>
          <p:cNvPr id="110" name="Google Shape;11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4 - Tuesday</a:t>
            </a:r>
            <a:endParaRPr sz="1800" b="0" i="0" u="none" strike="noStrike" cap="none">
              <a:solidFill>
                <a:srgbClr val="8DC63F"/>
              </a:solidFill>
              <a:latin typeface="Poppins Medium"/>
              <a:ea typeface="Poppins Medium"/>
              <a:cs typeface="Poppins Medium"/>
              <a:sym typeface="Poppins Medium"/>
            </a:endParaRPr>
          </a:p>
        </p:txBody>
      </p:sp>
      <p:sp>
        <p:nvSpPr>
          <p:cNvPr id="111" name="Google Shape;11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17</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3" name="Google Shape;11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4" name="Google Shape;11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5" name="Google Shape;11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6" name="Google Shape;11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7" name="Google Shape;117;g26b641b03cd_0_33"/>
          <p:cNvGrpSpPr/>
          <p:nvPr/>
        </p:nvGrpSpPr>
        <p:grpSpPr>
          <a:xfrm>
            <a:off x="662575" y="6212475"/>
            <a:ext cx="586800" cy="571500"/>
            <a:chOff x="662575" y="6212475"/>
            <a:chExt cx="586800" cy="571500"/>
          </a:xfrm>
        </p:grpSpPr>
        <p:sp>
          <p:nvSpPr>
            <p:cNvPr id="118" name="Google Shape;11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1" name="Google Shape;121;g26b641b03cd_0_33"/>
          <p:cNvGrpSpPr/>
          <p:nvPr/>
        </p:nvGrpSpPr>
        <p:grpSpPr>
          <a:xfrm>
            <a:off x="7894350" y="6212475"/>
            <a:ext cx="586800" cy="571500"/>
            <a:chOff x="7894350" y="6212475"/>
            <a:chExt cx="586800" cy="571500"/>
          </a:xfrm>
        </p:grpSpPr>
        <p:sp>
          <p:nvSpPr>
            <p:cNvPr id="122" name="Google Shape;12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9"/>
        <p:cNvGrpSpPr/>
        <p:nvPr/>
      </p:nvGrpSpPr>
      <p:grpSpPr>
        <a:xfrm>
          <a:off x="0" y="0"/>
          <a:ext cx="0" cy="0"/>
          <a:chOff x="0" y="0"/>
          <a:chExt cx="0" cy="0"/>
        </a:xfrm>
      </p:grpSpPr>
      <p:sp>
        <p:nvSpPr>
          <p:cNvPr id="160" name="Google Shape;16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1" name="Google Shape;16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2" name="Google Shape;16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3" name="Google Shape;16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6" name="Google Shape;166;g26b641b03cd_0_260"/>
          <p:cNvGrpSpPr/>
          <p:nvPr/>
        </p:nvGrpSpPr>
        <p:grpSpPr>
          <a:xfrm>
            <a:off x="8199150" y="5983875"/>
            <a:ext cx="586800" cy="571500"/>
            <a:chOff x="7894350" y="6212475"/>
            <a:chExt cx="586800" cy="571500"/>
          </a:xfrm>
        </p:grpSpPr>
        <p:sp>
          <p:nvSpPr>
            <p:cNvPr id="167" name="Google Shape;16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8" name="Google Shape;168;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0" name="Google Shape;170;g26b641b03cd_0_260"/>
          <p:cNvGrpSpPr/>
          <p:nvPr/>
        </p:nvGrpSpPr>
        <p:grpSpPr>
          <a:xfrm>
            <a:off x="-36800" y="-52000"/>
            <a:ext cx="9236100" cy="543750"/>
            <a:chOff x="-36800" y="-52000"/>
            <a:chExt cx="9236100" cy="543750"/>
          </a:xfrm>
        </p:grpSpPr>
        <p:sp>
          <p:nvSpPr>
            <p:cNvPr id="171" name="Google Shape;171;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2" name="Google Shape;172;g26b641b03cd_0_260"/>
            <p:cNvGrpSpPr/>
            <p:nvPr/>
          </p:nvGrpSpPr>
          <p:grpSpPr>
            <a:xfrm>
              <a:off x="3235760" y="88250"/>
              <a:ext cx="1337400" cy="403500"/>
              <a:chOff x="565600" y="88250"/>
              <a:chExt cx="1337400" cy="403500"/>
            </a:xfrm>
          </p:grpSpPr>
          <p:sp>
            <p:nvSpPr>
              <p:cNvPr id="173" name="Google Shape;173;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4" name="Google Shape;174;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5" name="Google Shape;175;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6"/>
        <p:cNvGrpSpPr/>
        <p:nvPr/>
      </p:nvGrpSpPr>
      <p:grpSpPr>
        <a:xfrm>
          <a:off x="0" y="0"/>
          <a:ext cx="0" cy="0"/>
          <a:chOff x="0" y="0"/>
          <a:chExt cx="0" cy="0"/>
        </a:xfrm>
      </p:grpSpPr>
      <p:sp>
        <p:nvSpPr>
          <p:cNvPr id="187" name="Google Shape;187;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8" name="Google Shape;188;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89" name="Google Shape;18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0" name="Google Shape;190;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1" name="Google Shape;191;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3" name="Google Shape;193;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4" name="Google Shape;194;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5" name="Google Shape;195;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199" name="Google Shape;19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0" name="Google Shape;20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1" name="Google Shape;20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2" name="Google Shape;20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3" name="Google Shape;20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4" name="Google Shape;20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5" name="Google Shape;20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7" name="Google Shape;20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8" name="Google Shape;20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9" name="Google Shape;209;g2c235dd0dad_1_87"/>
          <p:cNvGrpSpPr/>
          <p:nvPr/>
        </p:nvGrpSpPr>
        <p:grpSpPr>
          <a:xfrm>
            <a:off x="662575" y="6212475"/>
            <a:ext cx="586800" cy="571500"/>
            <a:chOff x="662575" y="6212475"/>
            <a:chExt cx="586800" cy="571500"/>
          </a:xfrm>
        </p:grpSpPr>
        <p:sp>
          <p:nvSpPr>
            <p:cNvPr id="210" name="Google Shape;21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1" name="Google Shape;211;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3" name="Google Shape;213;g2c235dd0dad_1_87"/>
          <p:cNvGrpSpPr/>
          <p:nvPr/>
        </p:nvGrpSpPr>
        <p:grpSpPr>
          <a:xfrm>
            <a:off x="7894350" y="6212475"/>
            <a:ext cx="586800" cy="571500"/>
            <a:chOff x="7894350" y="6212475"/>
            <a:chExt cx="586800" cy="571500"/>
          </a:xfrm>
        </p:grpSpPr>
        <p:sp>
          <p:nvSpPr>
            <p:cNvPr id="214" name="Google Shape;21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5" name="Google Shape;215;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7"/>
        <p:cNvGrpSpPr/>
        <p:nvPr/>
      </p:nvGrpSpPr>
      <p:grpSpPr>
        <a:xfrm>
          <a:off x="0" y="0"/>
          <a:ext cx="0" cy="0"/>
          <a:chOff x="0" y="0"/>
          <a:chExt cx="0" cy="0"/>
        </a:xfrm>
      </p:grpSpPr>
      <p:sp>
        <p:nvSpPr>
          <p:cNvPr id="218" name="Google Shape;218;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9" name="Google Shape;219;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0" name="Google Shape;22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1" name="Google Shape;221;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5" name="Google Shape;225;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6" name="Google Shape;226;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0" name="Google Shape;230;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1" name="Google Shape;231;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2" name="Google Shape;232;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3" name="Google Shape;233;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4" name="Google Shape;234;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6" name="Google Shape;236;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7" name="Google Shape;237;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8" name="Google Shape;238;g1f3daf8a844_0_32"/>
          <p:cNvGrpSpPr/>
          <p:nvPr/>
        </p:nvGrpSpPr>
        <p:grpSpPr>
          <a:xfrm>
            <a:off x="662575" y="6212475"/>
            <a:ext cx="586800" cy="571500"/>
            <a:chOff x="662575" y="6212475"/>
            <a:chExt cx="586800" cy="571500"/>
          </a:xfrm>
        </p:grpSpPr>
        <p:sp>
          <p:nvSpPr>
            <p:cNvPr id="239" name="Google Shape;239;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2" name="Google Shape;242;g1f3daf8a844_0_32"/>
          <p:cNvGrpSpPr/>
          <p:nvPr/>
        </p:nvGrpSpPr>
        <p:grpSpPr>
          <a:xfrm>
            <a:off x="7894350" y="6212475"/>
            <a:ext cx="586800" cy="571500"/>
            <a:chOff x="7894350" y="6212475"/>
            <a:chExt cx="586800" cy="571500"/>
          </a:xfrm>
        </p:grpSpPr>
        <p:sp>
          <p:nvSpPr>
            <p:cNvPr id="243" name="Google Shape;243;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6"/>
        <p:cNvGrpSpPr/>
        <p:nvPr/>
      </p:nvGrpSpPr>
      <p:grpSpPr>
        <a:xfrm>
          <a:off x="0" y="0"/>
          <a:ext cx="0" cy="0"/>
          <a:chOff x="0" y="0"/>
          <a:chExt cx="0" cy="0"/>
        </a:xfrm>
      </p:grpSpPr>
      <p:sp>
        <p:nvSpPr>
          <p:cNvPr id="247" name="Google Shape;247;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8" name="Google Shape;248;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9" name="Google Shape;249;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0" name="Google Shape;250;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1" name="Google Shape;251;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3" name="Google Shape;25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4" name="Google Shape;254;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8" name="Google Shape;258;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59" name="Google Shape;259;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0" name="Google Shape;260;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3" name="Google Shape;263;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4" name="Google Shape;264;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8" name="Google Shape;268;g2c157a2fb06_0_53"/>
          <p:cNvGrpSpPr/>
          <p:nvPr/>
        </p:nvGrpSpPr>
        <p:grpSpPr>
          <a:xfrm>
            <a:off x="1403031" y="6958923"/>
            <a:ext cx="6774848" cy="1291477"/>
            <a:chOff x="717231" y="7263723"/>
            <a:chExt cx="6774848" cy="1291477"/>
          </a:xfrm>
        </p:grpSpPr>
        <p:sp>
          <p:nvSpPr>
            <p:cNvPr id="269" name="Google Shape;269;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0" name="Google Shape;270;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7" name="Google Shape;277;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0" name="Google Shape;280;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1" name="Google Shape;281;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2" name="Google Shape;282;g2c157a2fb06_0_53"/>
          <p:cNvGrpSpPr/>
          <p:nvPr/>
        </p:nvGrpSpPr>
        <p:grpSpPr>
          <a:xfrm>
            <a:off x="662575" y="6212475"/>
            <a:ext cx="586800" cy="571500"/>
            <a:chOff x="662575" y="6212475"/>
            <a:chExt cx="586800" cy="571500"/>
          </a:xfrm>
        </p:grpSpPr>
        <p:sp>
          <p:nvSpPr>
            <p:cNvPr id="283" name="Google Shape;283;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6" name="Google Shape;286;g2c157a2fb06_0_53"/>
          <p:cNvGrpSpPr/>
          <p:nvPr/>
        </p:nvGrpSpPr>
        <p:grpSpPr>
          <a:xfrm>
            <a:off x="7894350" y="6212475"/>
            <a:ext cx="586800" cy="571500"/>
            <a:chOff x="7894350" y="6212475"/>
            <a:chExt cx="586800" cy="571500"/>
          </a:xfrm>
        </p:grpSpPr>
        <p:sp>
          <p:nvSpPr>
            <p:cNvPr id="287" name="Google Shape;287;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0"/>
        <p:cNvGrpSpPr/>
        <p:nvPr/>
      </p:nvGrpSpPr>
      <p:grpSpPr>
        <a:xfrm>
          <a:off x="0" y="0"/>
          <a:ext cx="0" cy="0"/>
          <a:chOff x="0" y="0"/>
          <a:chExt cx="0" cy="0"/>
        </a:xfrm>
      </p:grpSpPr>
      <p:sp>
        <p:nvSpPr>
          <p:cNvPr id="291" name="Google Shape;291;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3" name="Google Shape;29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4" name="Google Shape;294;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8" name="Google Shape;298;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99" name="Google Shape;299;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0" name="Google Shape;300;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1" name="Google Shape;301;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2" name="Google Shape;302;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3" name="Google Shape;303;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4" name="Google Shape;304;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5" name="Google Shape;305;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09" name="Google Shape;309;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0" name="Google Shape;310;g2c157a2fb06_0_158"/>
          <p:cNvGrpSpPr/>
          <p:nvPr/>
        </p:nvGrpSpPr>
        <p:grpSpPr>
          <a:xfrm>
            <a:off x="662575" y="6212475"/>
            <a:ext cx="586800" cy="571500"/>
            <a:chOff x="662575" y="6212475"/>
            <a:chExt cx="586800" cy="571500"/>
          </a:xfrm>
        </p:grpSpPr>
        <p:sp>
          <p:nvSpPr>
            <p:cNvPr id="311" name="Google Shape;311;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4" name="Google Shape;314;g2c157a2fb06_0_158"/>
          <p:cNvGrpSpPr/>
          <p:nvPr/>
        </p:nvGrpSpPr>
        <p:grpSpPr>
          <a:xfrm>
            <a:off x="7894350" y="6212475"/>
            <a:ext cx="586800" cy="571500"/>
            <a:chOff x="7894350" y="6212475"/>
            <a:chExt cx="586800" cy="571500"/>
          </a:xfrm>
        </p:grpSpPr>
        <p:sp>
          <p:nvSpPr>
            <p:cNvPr id="315" name="Google Shape;315;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8"/>
        <p:cNvGrpSpPr/>
        <p:nvPr/>
      </p:nvGrpSpPr>
      <p:grpSpPr>
        <a:xfrm>
          <a:off x="0" y="0"/>
          <a:ext cx="0" cy="0"/>
          <a:chOff x="0" y="0"/>
          <a:chExt cx="0" cy="0"/>
        </a:xfrm>
      </p:grpSpPr>
      <p:sp>
        <p:nvSpPr>
          <p:cNvPr id="319" name="Google Shape;319;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1" name="Google Shape;32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5" name="Google Shape;325;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6" name="Google Shape;326;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7" name="Google Shape;327;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8" name="Google Shape;328;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9" name="Google Shape;329;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2" name="Google Shape;332;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a:spLocks noGrp="1"/>
          </p:cNvSpPr>
          <p:nvPr>
            <p:ph type="pic" idx="7"/>
          </p:nvPr>
        </p:nvSpPr>
        <p:spPr>
          <a:xfrm>
            <a:off x="5086375" y="4412425"/>
            <a:ext cx="2668800" cy="1291500"/>
          </a:xfrm>
          <a:prstGeom prst="rect">
            <a:avLst/>
          </a:prstGeom>
          <a:noFill/>
          <a:ln>
            <a:noFill/>
          </a:ln>
        </p:spPr>
      </p:sp>
      <p:sp>
        <p:nvSpPr>
          <p:cNvPr id="335" name="Google Shape;335;g2c157a2fb06_0_263"/>
          <p:cNvSpPr>
            <a:spLocks noGrp="1"/>
          </p:cNvSpPr>
          <p:nvPr>
            <p:ph type="pic" idx="8"/>
          </p:nvPr>
        </p:nvSpPr>
        <p:spPr>
          <a:xfrm>
            <a:off x="5086375" y="797675"/>
            <a:ext cx="2668800" cy="1291500"/>
          </a:xfrm>
          <a:prstGeom prst="rect">
            <a:avLst/>
          </a:prstGeom>
          <a:noFill/>
          <a:ln>
            <a:noFill/>
          </a:ln>
        </p:spPr>
      </p:sp>
      <p:sp>
        <p:nvSpPr>
          <p:cNvPr id="336" name="Google Shape;336;g2c157a2fb06_0_263"/>
          <p:cNvSpPr>
            <a:spLocks noGrp="1"/>
          </p:cNvSpPr>
          <p:nvPr>
            <p:ph type="pic" idx="9"/>
          </p:nvPr>
        </p:nvSpPr>
        <p:spPr>
          <a:xfrm>
            <a:off x="5086375" y="2002592"/>
            <a:ext cx="2668800" cy="1291500"/>
          </a:xfrm>
          <a:prstGeom prst="rect">
            <a:avLst/>
          </a:prstGeom>
          <a:noFill/>
          <a:ln>
            <a:noFill/>
          </a:ln>
        </p:spPr>
      </p:sp>
      <p:sp>
        <p:nvSpPr>
          <p:cNvPr id="337" name="Google Shape;337;g2c157a2fb06_0_263"/>
          <p:cNvSpPr>
            <a:spLocks noGrp="1"/>
          </p:cNvSpPr>
          <p:nvPr>
            <p:ph type="pic" idx="13"/>
          </p:nvPr>
        </p:nvSpPr>
        <p:spPr>
          <a:xfrm>
            <a:off x="5086375" y="3207508"/>
            <a:ext cx="2668800" cy="1291500"/>
          </a:xfrm>
          <a:prstGeom prst="rect">
            <a:avLst/>
          </a:prstGeom>
          <a:noFill/>
          <a:ln>
            <a:noFill/>
          </a:ln>
        </p:spPr>
      </p:sp>
      <p:sp>
        <p:nvSpPr>
          <p:cNvPr id="338" name="Google Shape;338;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9" name="Google Shape;339;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0" name="Google Shape;340;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1" name="Google Shape;341;g2c157a2fb06_0_263"/>
          <p:cNvGrpSpPr/>
          <p:nvPr/>
        </p:nvGrpSpPr>
        <p:grpSpPr>
          <a:xfrm>
            <a:off x="662575" y="6212475"/>
            <a:ext cx="586800" cy="571500"/>
            <a:chOff x="662575" y="6212475"/>
            <a:chExt cx="586800" cy="571500"/>
          </a:xfrm>
        </p:grpSpPr>
        <p:sp>
          <p:nvSpPr>
            <p:cNvPr id="342" name="Google Shape;342;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5" name="Google Shape;345;g2c157a2fb06_0_263"/>
          <p:cNvGrpSpPr/>
          <p:nvPr/>
        </p:nvGrpSpPr>
        <p:grpSpPr>
          <a:xfrm>
            <a:off x="7894350" y="6212475"/>
            <a:ext cx="586800" cy="571500"/>
            <a:chOff x="7894350" y="6212475"/>
            <a:chExt cx="586800" cy="571500"/>
          </a:xfrm>
        </p:grpSpPr>
        <p:sp>
          <p:nvSpPr>
            <p:cNvPr id="346" name="Google Shape;346;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49"/>
        <p:cNvGrpSpPr/>
        <p:nvPr/>
      </p:nvGrpSpPr>
      <p:grpSpPr>
        <a:xfrm>
          <a:off x="0" y="0"/>
          <a:ext cx="0" cy="0"/>
          <a:chOff x="0" y="0"/>
          <a:chExt cx="0" cy="0"/>
        </a:xfrm>
      </p:grpSpPr>
      <p:sp>
        <p:nvSpPr>
          <p:cNvPr id="350" name="Google Shape;350;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7" name="Google Shape;357;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8" name="Google Shape;358;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59" name="Google Shape;359;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0" name="Google Shape;360;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1" name="Google Shape;36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5" name="Google Shape;36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6" name="Google Shape;36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7" name="Google Shape;367;g2c157a2fb06_0_467"/>
          <p:cNvGrpSpPr/>
          <p:nvPr/>
        </p:nvGrpSpPr>
        <p:grpSpPr>
          <a:xfrm>
            <a:off x="662575" y="6212475"/>
            <a:ext cx="586800" cy="571500"/>
            <a:chOff x="662575" y="6212475"/>
            <a:chExt cx="586800" cy="571500"/>
          </a:xfrm>
        </p:grpSpPr>
        <p:sp>
          <p:nvSpPr>
            <p:cNvPr id="368" name="Google Shape;368;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1" name="Google Shape;371;g2c157a2fb06_0_467"/>
          <p:cNvGrpSpPr/>
          <p:nvPr/>
        </p:nvGrpSpPr>
        <p:grpSpPr>
          <a:xfrm>
            <a:off x="7894350" y="6212475"/>
            <a:ext cx="586800" cy="571500"/>
            <a:chOff x="7894350" y="6212475"/>
            <a:chExt cx="586800" cy="571500"/>
          </a:xfrm>
        </p:grpSpPr>
        <p:sp>
          <p:nvSpPr>
            <p:cNvPr id="372" name="Google Shape;372;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5"/>
        <p:cNvGrpSpPr/>
        <p:nvPr/>
      </p:nvGrpSpPr>
      <p:grpSpPr>
        <a:xfrm>
          <a:off x="0" y="0"/>
          <a:ext cx="0" cy="0"/>
          <a:chOff x="0" y="0"/>
          <a:chExt cx="0" cy="0"/>
        </a:xfrm>
      </p:grpSpPr>
      <p:sp>
        <p:nvSpPr>
          <p:cNvPr id="376" name="Google Shape;376;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3" name="Google Shape;38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4" name="Google Shape;38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5" name="Google Shape;38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6" name="Google Shape;38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89" name="Google Shape;38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0" name="Google Shape;39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2" name="Google Shape;39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3" name="Google Shape;393;g2c157a2fb06_0_629"/>
          <p:cNvGrpSpPr/>
          <p:nvPr/>
        </p:nvGrpSpPr>
        <p:grpSpPr>
          <a:xfrm>
            <a:off x="662575" y="6212475"/>
            <a:ext cx="586800" cy="571500"/>
            <a:chOff x="662575" y="6212475"/>
            <a:chExt cx="586800" cy="571500"/>
          </a:xfrm>
        </p:grpSpPr>
        <p:sp>
          <p:nvSpPr>
            <p:cNvPr id="394" name="Google Shape;39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7" name="Google Shape;397;g2c157a2fb06_0_629"/>
          <p:cNvGrpSpPr/>
          <p:nvPr/>
        </p:nvGrpSpPr>
        <p:grpSpPr>
          <a:xfrm>
            <a:off x="7894350" y="6212475"/>
            <a:ext cx="586800" cy="571500"/>
            <a:chOff x="7894350" y="6212475"/>
            <a:chExt cx="586800" cy="571500"/>
          </a:xfrm>
        </p:grpSpPr>
        <p:sp>
          <p:nvSpPr>
            <p:cNvPr id="398" name="Google Shape;39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1"/>
        <p:cNvGrpSpPr/>
        <p:nvPr/>
      </p:nvGrpSpPr>
      <p:grpSpPr>
        <a:xfrm>
          <a:off x="0" y="0"/>
          <a:ext cx="0" cy="0"/>
          <a:chOff x="0" y="0"/>
          <a:chExt cx="0" cy="0"/>
        </a:xfrm>
      </p:grpSpPr>
      <p:sp>
        <p:nvSpPr>
          <p:cNvPr id="402" name="Google Shape;402;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4" name="Google Shape;40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5" name="Google Shape;405;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8" name="Google Shape;408;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09" name="Google Shape;409;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0" name="Google Shape;410;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8" name="Google Shape;418;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798"/>
          <p:cNvGrpSpPr/>
          <p:nvPr/>
        </p:nvGrpSpPr>
        <p:grpSpPr>
          <a:xfrm>
            <a:off x="662575" y="6212475"/>
            <a:ext cx="586800" cy="571500"/>
            <a:chOff x="662575" y="6212475"/>
            <a:chExt cx="586800" cy="571500"/>
          </a:xfrm>
        </p:grpSpPr>
        <p:sp>
          <p:nvSpPr>
            <p:cNvPr id="421" name="Google Shape;421;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798"/>
          <p:cNvGrpSpPr/>
          <p:nvPr/>
        </p:nvGrpSpPr>
        <p:grpSpPr>
          <a:xfrm>
            <a:off x="7894350" y="6212475"/>
            <a:ext cx="586800" cy="571500"/>
            <a:chOff x="7894350" y="6212475"/>
            <a:chExt cx="586800" cy="571500"/>
          </a:xfrm>
        </p:grpSpPr>
        <p:sp>
          <p:nvSpPr>
            <p:cNvPr id="425" name="Google Shape;425;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8"/>
        <p:cNvGrpSpPr/>
        <p:nvPr/>
      </p:nvGrpSpPr>
      <p:grpSpPr>
        <a:xfrm>
          <a:off x="0" y="0"/>
          <a:ext cx="0" cy="0"/>
          <a:chOff x="0" y="0"/>
          <a:chExt cx="0" cy="0"/>
        </a:xfrm>
      </p:grpSpPr>
      <p:sp>
        <p:nvSpPr>
          <p:cNvPr id="429" name="Google Shape;429;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7" name="Google Shape;43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8" name="Google Shape;43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39" name="Google Shape;43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0" name="Google Shape;44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1" name="Google Shape;44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2" name="Google Shape;44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3" name="Google Shape;44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4" name="Google Shape;44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5" name="Google Shape;44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6" name="Google Shape;44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7" name="Google Shape;447;g2c157a2fb06_0_825"/>
          <p:cNvGrpSpPr/>
          <p:nvPr/>
        </p:nvGrpSpPr>
        <p:grpSpPr>
          <a:xfrm>
            <a:off x="662575" y="6212475"/>
            <a:ext cx="586800" cy="571500"/>
            <a:chOff x="662575" y="6212475"/>
            <a:chExt cx="586800" cy="571500"/>
          </a:xfrm>
        </p:grpSpPr>
        <p:sp>
          <p:nvSpPr>
            <p:cNvPr id="448" name="Google Shape;44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1" name="Google Shape;451;g2c157a2fb06_0_825"/>
          <p:cNvGrpSpPr/>
          <p:nvPr/>
        </p:nvGrpSpPr>
        <p:grpSpPr>
          <a:xfrm>
            <a:off x="7894350" y="6212475"/>
            <a:ext cx="586800" cy="571500"/>
            <a:chOff x="7894350" y="6212475"/>
            <a:chExt cx="586800" cy="571500"/>
          </a:xfrm>
        </p:grpSpPr>
        <p:sp>
          <p:nvSpPr>
            <p:cNvPr id="452" name="Google Shape;45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5"/>
        <p:cNvGrpSpPr/>
        <p:nvPr/>
      </p:nvGrpSpPr>
      <p:grpSpPr>
        <a:xfrm>
          <a:off x="0" y="0"/>
          <a:ext cx="0" cy="0"/>
          <a:chOff x="0" y="0"/>
          <a:chExt cx="0" cy="0"/>
        </a:xfrm>
      </p:grpSpPr>
      <p:sp>
        <p:nvSpPr>
          <p:cNvPr id="456" name="Google Shape;456;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8" name="Google Shape;45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9" name="Google Shape;459;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2" name="Google Shape;462;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3" name="Google Shape;463;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7" name="Google Shape;467;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0" name="Google Shape;470;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1" name="Google Shape;471;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2" name="Google Shape;472;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5" name="Google Shape;485;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6" name="Google Shape;486;g2c157a2fb06_0_700"/>
          <p:cNvGrpSpPr/>
          <p:nvPr/>
        </p:nvGrpSpPr>
        <p:grpSpPr>
          <a:xfrm>
            <a:off x="662575" y="6212475"/>
            <a:ext cx="586800" cy="571500"/>
            <a:chOff x="662575" y="6212475"/>
            <a:chExt cx="586800" cy="571500"/>
          </a:xfrm>
        </p:grpSpPr>
        <p:sp>
          <p:nvSpPr>
            <p:cNvPr id="487" name="Google Shape;487;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0" name="Google Shape;490;g2c157a2fb06_0_700"/>
          <p:cNvGrpSpPr/>
          <p:nvPr/>
        </p:nvGrpSpPr>
        <p:grpSpPr>
          <a:xfrm>
            <a:off x="7894350" y="6212475"/>
            <a:ext cx="586800" cy="571500"/>
            <a:chOff x="7894350" y="6212475"/>
            <a:chExt cx="586800" cy="571500"/>
          </a:xfrm>
        </p:grpSpPr>
        <p:sp>
          <p:nvSpPr>
            <p:cNvPr id="491" name="Google Shape;491;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4"/>
        <p:cNvGrpSpPr/>
        <p:nvPr/>
      </p:nvGrpSpPr>
      <p:grpSpPr>
        <a:xfrm>
          <a:off x="0" y="0"/>
          <a:ext cx="0" cy="0"/>
          <a:chOff x="0" y="0"/>
          <a:chExt cx="0" cy="0"/>
        </a:xfrm>
      </p:grpSpPr>
      <p:sp>
        <p:nvSpPr>
          <p:cNvPr id="495" name="Google Shape;495;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7" name="Google Shape;497;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8" name="Google Shape;498;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1" name="Google Shape;50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2" name="Google Shape;502;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3" name="Google Shape;503;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6" name="Google Shape;506;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7" name="Google Shape;507;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4" name="Google Shape;514;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5" name="Google Shape;515;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6" name="Google Shape;516;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7" name="Google Shape;517;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5" name="Google Shape;525;g2c157a2fb06_0_932"/>
          <p:cNvGrpSpPr/>
          <p:nvPr/>
        </p:nvGrpSpPr>
        <p:grpSpPr>
          <a:xfrm>
            <a:off x="662575" y="6212475"/>
            <a:ext cx="586800" cy="571500"/>
            <a:chOff x="662575" y="6212475"/>
            <a:chExt cx="586800" cy="571500"/>
          </a:xfrm>
        </p:grpSpPr>
        <p:sp>
          <p:nvSpPr>
            <p:cNvPr id="526" name="Google Shape;526;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7" name="Google Shape;527;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9" name="Google Shape;529;g2c157a2fb06_0_932"/>
          <p:cNvGrpSpPr/>
          <p:nvPr/>
        </p:nvGrpSpPr>
        <p:grpSpPr>
          <a:xfrm>
            <a:off x="7894350" y="6212475"/>
            <a:ext cx="586800" cy="571500"/>
            <a:chOff x="7894350" y="6212475"/>
            <a:chExt cx="586800" cy="571500"/>
          </a:xfrm>
        </p:grpSpPr>
        <p:sp>
          <p:nvSpPr>
            <p:cNvPr id="530" name="Google Shape;530;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3"/>
        <p:cNvGrpSpPr/>
        <p:nvPr/>
      </p:nvGrpSpPr>
      <p:grpSpPr>
        <a:xfrm>
          <a:off x="0" y="0"/>
          <a:ext cx="0" cy="0"/>
          <a:chOff x="0" y="0"/>
          <a:chExt cx="0" cy="0"/>
        </a:xfrm>
      </p:grpSpPr>
      <p:sp>
        <p:nvSpPr>
          <p:cNvPr id="534" name="Google Shape;534;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5" name="Google Shape;535;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6" name="Google Shape;53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7" name="Google Shape;537;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0" name="Google Shape;540;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1" name="Google Shape;54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2" name="Google Shape;54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3" name="Google Shape;54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4" name="Google Shape;54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6" name="Google Shape;556;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7" name="Google Shape;557;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59" name="Google Shape;559;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0" name="Google Shape;560;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1" name="Google Shape;561;g2c157a2fb06_0_1045"/>
          <p:cNvGrpSpPr/>
          <p:nvPr/>
        </p:nvGrpSpPr>
        <p:grpSpPr>
          <a:xfrm>
            <a:off x="662575" y="6212475"/>
            <a:ext cx="586800" cy="571500"/>
            <a:chOff x="662575" y="6212475"/>
            <a:chExt cx="586800" cy="571500"/>
          </a:xfrm>
        </p:grpSpPr>
        <p:sp>
          <p:nvSpPr>
            <p:cNvPr id="562" name="Google Shape;562;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5" name="Google Shape;565;g2c157a2fb06_0_1045"/>
          <p:cNvGrpSpPr/>
          <p:nvPr/>
        </p:nvGrpSpPr>
        <p:grpSpPr>
          <a:xfrm>
            <a:off x="7894350" y="6212475"/>
            <a:ext cx="586800" cy="571500"/>
            <a:chOff x="7894350" y="6212475"/>
            <a:chExt cx="586800" cy="571500"/>
          </a:xfrm>
        </p:grpSpPr>
        <p:sp>
          <p:nvSpPr>
            <p:cNvPr id="566" name="Google Shape;566;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69"/>
        <p:cNvGrpSpPr/>
        <p:nvPr/>
      </p:nvGrpSpPr>
      <p:grpSpPr>
        <a:xfrm>
          <a:off x="0" y="0"/>
          <a:ext cx="0" cy="0"/>
          <a:chOff x="0" y="0"/>
          <a:chExt cx="0" cy="0"/>
        </a:xfrm>
      </p:grpSpPr>
      <p:sp>
        <p:nvSpPr>
          <p:cNvPr id="570" name="Google Shape;570;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2" name="Google Shape;572;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3" name="Google Shape;573;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6" name="Google Shape;57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9" name="Google Shape;579;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0" name="Google Shape;580;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1" name="Google Shape;581;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2" name="Google Shape;582;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3" name="Google Shape;583;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4" name="Google Shape;584;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6" name="Google Shape;586;g2c157a2fb06_0_1110"/>
          <p:cNvGrpSpPr/>
          <p:nvPr/>
        </p:nvGrpSpPr>
        <p:grpSpPr>
          <a:xfrm>
            <a:off x="5806200" y="1807463"/>
            <a:ext cx="756300" cy="146700"/>
            <a:chOff x="5806200" y="1807463"/>
            <a:chExt cx="756300" cy="146700"/>
          </a:xfrm>
        </p:grpSpPr>
        <p:sp>
          <p:nvSpPr>
            <p:cNvPr id="587" name="Google Shape;58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0" name="Google Shape;590;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1" name="Google Shape;591;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2" name="Google Shape;592;g2c157a2fb06_0_1110"/>
          <p:cNvGrpSpPr/>
          <p:nvPr/>
        </p:nvGrpSpPr>
        <p:grpSpPr>
          <a:xfrm>
            <a:off x="5806200" y="2842438"/>
            <a:ext cx="756300" cy="146700"/>
            <a:chOff x="5806200" y="1807463"/>
            <a:chExt cx="756300" cy="146700"/>
          </a:xfrm>
        </p:grpSpPr>
        <p:sp>
          <p:nvSpPr>
            <p:cNvPr id="593" name="Google Shape;593;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4" name="Google Shape;594;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6" name="Google Shape;596;g2c157a2fb06_0_1110"/>
          <p:cNvGrpSpPr/>
          <p:nvPr/>
        </p:nvGrpSpPr>
        <p:grpSpPr>
          <a:xfrm>
            <a:off x="5806200" y="3877413"/>
            <a:ext cx="756300" cy="146700"/>
            <a:chOff x="5806200" y="1807463"/>
            <a:chExt cx="756300" cy="146700"/>
          </a:xfrm>
        </p:grpSpPr>
        <p:sp>
          <p:nvSpPr>
            <p:cNvPr id="597" name="Google Shape;597;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8" name="Google Shape;598;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0" name="Google Shape;600;g2c157a2fb06_0_1110"/>
          <p:cNvGrpSpPr/>
          <p:nvPr/>
        </p:nvGrpSpPr>
        <p:grpSpPr>
          <a:xfrm>
            <a:off x="662575" y="6212475"/>
            <a:ext cx="586800" cy="571500"/>
            <a:chOff x="662575" y="6212475"/>
            <a:chExt cx="586800" cy="571500"/>
          </a:xfrm>
        </p:grpSpPr>
        <p:sp>
          <p:nvSpPr>
            <p:cNvPr id="601" name="Google Shape;601;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2" name="Google Shape;602;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4" name="Google Shape;604;g2c157a2fb06_0_1110"/>
          <p:cNvGrpSpPr/>
          <p:nvPr/>
        </p:nvGrpSpPr>
        <p:grpSpPr>
          <a:xfrm>
            <a:off x="7894350" y="6212475"/>
            <a:ext cx="586800" cy="571500"/>
            <a:chOff x="7894350" y="6212475"/>
            <a:chExt cx="586800" cy="571500"/>
          </a:xfrm>
        </p:grpSpPr>
        <p:sp>
          <p:nvSpPr>
            <p:cNvPr id="605" name="Google Shape;605;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8"/>
        <p:cNvGrpSpPr/>
        <p:nvPr/>
      </p:nvGrpSpPr>
      <p:grpSpPr>
        <a:xfrm>
          <a:off x="0" y="0"/>
          <a:ext cx="0" cy="0"/>
          <a:chOff x="0" y="0"/>
          <a:chExt cx="0" cy="0"/>
        </a:xfrm>
      </p:grpSpPr>
      <p:sp>
        <p:nvSpPr>
          <p:cNvPr id="609" name="Google Shape;609;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1" name="Google Shape;611;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2" name="Google Shape;612;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3" name="Google Shape;613;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5" name="Google Shape;615;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6" name="Google Shape;616;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7" name="Google Shape;617;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0" name="Google Shape;620;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1" name="Google Shape;621;g2cf1f75ecdd_0_56"/>
          <p:cNvGrpSpPr/>
          <p:nvPr/>
        </p:nvGrpSpPr>
        <p:grpSpPr>
          <a:xfrm>
            <a:off x="662575" y="6212475"/>
            <a:ext cx="586800" cy="571500"/>
            <a:chOff x="662575" y="6212475"/>
            <a:chExt cx="586800" cy="571500"/>
          </a:xfrm>
        </p:grpSpPr>
        <p:sp>
          <p:nvSpPr>
            <p:cNvPr id="622" name="Google Shape;622;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5" name="Google Shape;625;g2cf1f75ecdd_0_56"/>
          <p:cNvGrpSpPr/>
          <p:nvPr/>
        </p:nvGrpSpPr>
        <p:grpSpPr>
          <a:xfrm>
            <a:off x="7894350" y="6212475"/>
            <a:ext cx="586800" cy="571500"/>
            <a:chOff x="7894350" y="6212475"/>
            <a:chExt cx="586800" cy="571500"/>
          </a:xfrm>
        </p:grpSpPr>
        <p:sp>
          <p:nvSpPr>
            <p:cNvPr id="626" name="Google Shape;626;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29" name="Google Shape;629;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0" name="Google Shape;630;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1" name="Google Shape;631;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2" name="Google Shape;632;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3" name="Google Shape;633;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4" name="Google Shape;634;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6" name="Google Shape;636;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7" name="Google Shape;637;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8" name="Google Shape;638;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2" name="Google Shape;642;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3" name="Google Shape;643;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4" name="Google Shape;644;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6" name="Google Shape;646;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7" name="Google Shape;647;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0" name="Google Shape;650;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1" name="Google Shape;651;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2" name="Google Shape;652;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3" name="Google Shape;653;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6"/>
        <p:cNvGrpSpPr/>
        <p:nvPr/>
      </p:nvGrpSpPr>
      <p:grpSpPr>
        <a:xfrm>
          <a:off x="0" y="0"/>
          <a:ext cx="0" cy="0"/>
          <a:chOff x="0" y="0"/>
          <a:chExt cx="0" cy="0"/>
        </a:xfrm>
      </p:grpSpPr>
      <p:sp>
        <p:nvSpPr>
          <p:cNvPr id="657" name="Google Shape;657;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1" name="Google Shape;661;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2" name="Google Shape;662;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0" name="Google Shape;670;p30"/>
          <p:cNvGrpSpPr/>
          <p:nvPr/>
        </p:nvGrpSpPr>
        <p:grpSpPr>
          <a:xfrm>
            <a:off x="6022940" y="5341706"/>
            <a:ext cx="594501" cy="305904"/>
            <a:chOff x="5672081" y="1914352"/>
            <a:chExt cx="792668" cy="305904"/>
          </a:xfrm>
        </p:grpSpPr>
        <p:sp>
          <p:nvSpPr>
            <p:cNvPr id="671" name="Google Shape;671;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3" name="Google Shape;673;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4" name="Google Shape;674;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2" name="Google Shape;682;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3" name="Google Shape;683;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7" name="Google Shape;697;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0" name="Google Shape;700;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1" name="Google Shape;701;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2"/>
        <p:cNvGrpSpPr/>
        <p:nvPr/>
      </p:nvGrpSpPr>
      <p:grpSpPr>
        <a:xfrm>
          <a:off x="0" y="0"/>
          <a:ext cx="0" cy="0"/>
          <a:chOff x="0" y="0"/>
          <a:chExt cx="0" cy="0"/>
        </a:xfrm>
      </p:grpSpPr>
      <p:sp>
        <p:nvSpPr>
          <p:cNvPr id="703" name="Google Shape;703;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5" name="Google Shape;705;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6"/>
        <p:cNvGrpSpPr/>
        <p:nvPr/>
      </p:nvGrpSpPr>
      <p:grpSpPr>
        <a:xfrm>
          <a:off x="0" y="0"/>
          <a:ext cx="0" cy="0"/>
          <a:chOff x="0" y="0"/>
          <a:chExt cx="0" cy="0"/>
        </a:xfrm>
      </p:grpSpPr>
      <p:sp>
        <p:nvSpPr>
          <p:cNvPr id="707" name="Google Shape;707;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8" name="Google Shape;708;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9" name="Google Shape;709;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7.xml"/><Relationship Id="rId3" Type="http://schemas.openxmlformats.org/officeDocument/2006/relationships/slide" Target="slide15.xml"/><Relationship Id="rId7"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21" Type="http://schemas.openxmlformats.org/officeDocument/2006/relationships/image" Target="../media/image26.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5" Type="http://schemas.openxmlformats.org/officeDocument/2006/relationships/image" Target="../media/image30.png"/><Relationship Id="rId2" Type="http://schemas.openxmlformats.org/officeDocument/2006/relationships/notesSlide" Target="../notesSlides/notesSlide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6.png"/><Relationship Id="rId24" Type="http://schemas.openxmlformats.org/officeDocument/2006/relationships/image" Target="../media/image29.png"/><Relationship Id="rId5" Type="http://schemas.openxmlformats.org/officeDocument/2006/relationships/image" Target="../media/image10.png"/><Relationship Id="rId15" Type="http://schemas.openxmlformats.org/officeDocument/2006/relationships/image" Target="../media/image20.png"/><Relationship Id="rId23" Type="http://schemas.openxmlformats.org/officeDocument/2006/relationships/image" Target="../media/image28.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 Id="rId22" Type="http://schemas.openxmlformats.org/officeDocument/2006/relationships/image" Target="../media/image27.png"/></Relationships>
</file>

<file path=ppt/slides/_rels/slide4.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18" Type="http://schemas.openxmlformats.org/officeDocument/2006/relationships/image" Target="../media/image46.png"/><Relationship Id="rId26" Type="http://schemas.openxmlformats.org/officeDocument/2006/relationships/image" Target="../media/image54.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5" Type="http://schemas.openxmlformats.org/officeDocument/2006/relationships/image" Target="../media/image53.png"/><Relationship Id="rId2" Type="http://schemas.openxmlformats.org/officeDocument/2006/relationships/notesSlide" Target="../notesSlides/notesSlide4.xml"/><Relationship Id="rId16" Type="http://schemas.openxmlformats.org/officeDocument/2006/relationships/image" Target="../media/image44.png"/><Relationship Id="rId20" Type="http://schemas.openxmlformats.org/officeDocument/2006/relationships/image" Target="../media/image48.png"/><Relationship Id="rId29" Type="http://schemas.openxmlformats.org/officeDocument/2006/relationships/image" Target="../media/image57.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24" Type="http://schemas.openxmlformats.org/officeDocument/2006/relationships/image" Target="../media/image52.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51.png"/><Relationship Id="rId28" Type="http://schemas.openxmlformats.org/officeDocument/2006/relationships/image" Target="../media/image56.png"/><Relationship Id="rId10" Type="http://schemas.openxmlformats.org/officeDocument/2006/relationships/image" Target="../media/image38.png"/><Relationship Id="rId19" Type="http://schemas.openxmlformats.org/officeDocument/2006/relationships/image" Target="../media/image47.png"/><Relationship Id="rId31" Type="http://schemas.openxmlformats.org/officeDocument/2006/relationships/image" Target="../media/image59.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 Id="rId27" Type="http://schemas.openxmlformats.org/officeDocument/2006/relationships/image" Target="../media/image55.png"/><Relationship Id="rId30" Type="http://schemas.openxmlformats.org/officeDocument/2006/relationships/image" Target="../media/image58.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3" Type="http://schemas.openxmlformats.org/officeDocument/2006/relationships/image" Target="../media/image60.png"/><Relationship Id="rId7" Type="http://schemas.openxmlformats.org/officeDocument/2006/relationships/image" Target="../media/image64.png"/><Relationship Id="rId12" Type="http://schemas.openxmlformats.org/officeDocument/2006/relationships/image" Target="../media/image69.png"/><Relationship Id="rId2" Type="http://schemas.openxmlformats.org/officeDocument/2006/relationships/notesSlide" Target="../notesSlides/notesSlide5.xml"/><Relationship Id="rId16" Type="http://schemas.openxmlformats.org/officeDocument/2006/relationships/image" Target="../media/image73.png"/><Relationship Id="rId1" Type="http://schemas.openxmlformats.org/officeDocument/2006/relationships/slideLayout" Target="../slideLayouts/slideLayout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26" Type="http://schemas.openxmlformats.org/officeDocument/2006/relationships/image" Target="../media/image97.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5" Type="http://schemas.openxmlformats.org/officeDocument/2006/relationships/image" Target="../media/image96.png"/><Relationship Id="rId2" Type="http://schemas.openxmlformats.org/officeDocument/2006/relationships/notesSlide" Target="../notesSlides/notesSlide6.xml"/><Relationship Id="rId16" Type="http://schemas.openxmlformats.org/officeDocument/2006/relationships/image" Target="../media/image87.png"/><Relationship Id="rId20" Type="http://schemas.openxmlformats.org/officeDocument/2006/relationships/image" Target="../media/image91.png"/><Relationship Id="rId29" Type="http://schemas.openxmlformats.org/officeDocument/2006/relationships/image" Target="../media/image100.png"/><Relationship Id="rId1" Type="http://schemas.openxmlformats.org/officeDocument/2006/relationships/slideLayout" Target="../slideLayouts/slideLayout3.xml"/><Relationship Id="rId6" Type="http://schemas.openxmlformats.org/officeDocument/2006/relationships/image" Target="../media/image77.png"/><Relationship Id="rId11" Type="http://schemas.openxmlformats.org/officeDocument/2006/relationships/image" Target="../media/image82.png"/><Relationship Id="rId24" Type="http://schemas.openxmlformats.org/officeDocument/2006/relationships/image" Target="../media/image95.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28" Type="http://schemas.openxmlformats.org/officeDocument/2006/relationships/image" Target="../media/image99.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 Id="rId27" Type="http://schemas.openxmlformats.org/officeDocument/2006/relationships/image" Target="../media/image98.png"/><Relationship Id="rId30" Type="http://schemas.openxmlformats.org/officeDocument/2006/relationships/image" Target="../media/image101.png"/></Relationships>
</file>

<file path=ppt/slides/_rels/slide7.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102.png"/><Relationship Id="rId7" Type="http://schemas.openxmlformats.org/officeDocument/2006/relationships/image" Target="../media/image105.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5.png"/><Relationship Id="rId9" Type="http://schemas.openxmlformats.org/officeDocument/2006/relationships/image" Target="../media/image107.png"/></Relationships>
</file>

<file path=ppt/slides/_rels/slide8.xml.rels><?xml version="1.0" encoding="UTF-8" standalone="yes"?>
<Relationships xmlns="http://schemas.openxmlformats.org/package/2006/relationships"><Relationship Id="rId3" Type="http://schemas.openxmlformats.org/officeDocument/2006/relationships/image" Target="../media/image109.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717" name="Google Shape;717;p1"/>
          <p:cNvGraphicFramePr/>
          <p:nvPr/>
        </p:nvGraphicFramePr>
        <p:xfrm>
          <a:off x="4844200" y="1891197"/>
          <a:ext cx="3785000" cy="1678950"/>
        </p:xfrm>
        <a:graphic>
          <a:graphicData uri="http://schemas.openxmlformats.org/drawingml/2006/table">
            <a:tbl>
              <a:tblPr firstRow="1" bandRow="1">
                <a:noFill/>
                <a:tableStyleId>{CCA90453-E784-486D-8A5D-E2E4BF2894D0}</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(pl bl gl, sl fl cl,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st sp sn, sm sw)</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CCVCC (short vowel)</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718" name="Google Shape;718;p1"/>
          <p:cNvSpPr txBox="1"/>
          <p:nvPr/>
        </p:nvSpPr>
        <p:spPr>
          <a:xfrm>
            <a:off x="884092" y="2640460"/>
            <a:ext cx="3882600" cy="845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3000">
                <a:solidFill>
                  <a:srgbClr val="262626"/>
                </a:solidFill>
                <a:latin typeface="Poppins"/>
                <a:ea typeface="Poppins"/>
                <a:cs typeface="Poppins"/>
                <a:sym typeface="Poppins"/>
              </a:rPr>
              <a:t>CCVCC </a:t>
            </a:r>
            <a:br>
              <a:rPr lang="en-US" sz="3000">
                <a:solidFill>
                  <a:srgbClr val="262626"/>
                </a:solidFill>
                <a:latin typeface="Poppins"/>
                <a:ea typeface="Poppins"/>
                <a:cs typeface="Poppins"/>
                <a:sym typeface="Poppins"/>
              </a:rPr>
            </a:br>
            <a:r>
              <a:rPr lang="en-US" sz="3000">
                <a:solidFill>
                  <a:srgbClr val="262626"/>
                </a:solidFill>
                <a:latin typeface="Poppins"/>
                <a:ea typeface="Poppins"/>
                <a:cs typeface="Poppins"/>
                <a:sym typeface="Poppins"/>
              </a:rPr>
              <a:t>(short vowel)</a:t>
            </a:r>
            <a:endParaRPr sz="3000">
              <a:solidFill>
                <a:srgbClr val="262626"/>
              </a:solidFill>
              <a:latin typeface="Poppins"/>
              <a:ea typeface="Poppins"/>
              <a:cs typeface="Poppins"/>
              <a:sym typeface="Poppins"/>
            </a:endParaRPr>
          </a:p>
        </p:txBody>
      </p:sp>
      <p:sp>
        <p:nvSpPr>
          <p:cNvPr id="719" name="Google Shape;719;p1"/>
          <p:cNvSpPr txBox="1"/>
          <p:nvPr/>
        </p:nvSpPr>
        <p:spPr>
          <a:xfrm>
            <a:off x="884092" y="3601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None/>
            </a:pPr>
            <a:r>
              <a:rPr lang="en-US" sz="2200" i="1">
                <a:solidFill>
                  <a:srgbClr val="262626"/>
                </a:solidFill>
                <a:latin typeface="Poppins"/>
                <a:ea typeface="Poppins"/>
                <a:cs typeface="Poppins"/>
                <a:sym typeface="Poppins"/>
              </a:rPr>
              <a:t>Lesson 17</a:t>
            </a:r>
            <a:endParaRPr sz="2200" i="1">
              <a:solidFill>
                <a:srgbClr val="262626"/>
              </a:solidFill>
              <a:latin typeface="Poppins"/>
              <a:ea typeface="Poppins"/>
              <a:cs typeface="Poppins"/>
              <a:sym typeface="Poppins"/>
            </a:endParaRPr>
          </a:p>
        </p:txBody>
      </p:sp>
      <p:pic>
        <p:nvPicPr>
          <p:cNvPr id="720" name="Google Shape;720;p1"/>
          <p:cNvPicPr preferRelativeResize="0"/>
          <p:nvPr/>
        </p:nvPicPr>
        <p:blipFill rotWithShape="1">
          <a:blip r:embed="rId3">
            <a:alphaModFix/>
          </a:blip>
          <a:srcRect/>
          <a:stretch/>
        </p:blipFill>
        <p:spPr>
          <a:xfrm rot="-221314">
            <a:off x="5182989" y="4117125"/>
            <a:ext cx="2062927" cy="1476725"/>
          </a:xfrm>
          <a:prstGeom prst="rect">
            <a:avLst/>
          </a:prstGeom>
          <a:noFill/>
          <a:ln>
            <a:noFill/>
          </a:ln>
          <a:effectLst>
            <a:outerShdw blurRad="57150" dist="38100" dir="5400000" algn="bl" rotWithShape="0">
              <a:srgbClr val="000000">
                <a:alpha val="20000"/>
              </a:srgbClr>
            </a:outerShdw>
          </a:effectLst>
        </p:spPr>
      </p:pic>
      <p:pic>
        <p:nvPicPr>
          <p:cNvPr id="721" name="Google Shape;721;p1"/>
          <p:cNvPicPr preferRelativeResize="0"/>
          <p:nvPr/>
        </p:nvPicPr>
        <p:blipFill rotWithShape="1">
          <a:blip r:embed="rId4">
            <a:alphaModFix/>
          </a:blip>
          <a:srcRect t="89" b="99"/>
          <a:stretch/>
        </p:blipFill>
        <p:spPr>
          <a:xfrm rot="479437">
            <a:off x="7173706" y="3997390"/>
            <a:ext cx="1236513" cy="1716173"/>
          </a:xfrm>
          <a:prstGeom prst="rect">
            <a:avLst/>
          </a:prstGeom>
          <a:noFill/>
          <a:ln>
            <a:noFill/>
          </a:ln>
          <a:effectLst>
            <a:outerShdw blurRad="71438" dist="19050" dir="5220000" algn="bl" rotWithShape="0">
              <a:srgbClr val="000000">
                <a:alpha val="1725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bee4f4af4b_0_204">
            <a:hlinkClick r:id="rId3" action="ppaction://hlinksldjump"/>
          </p:cNvPr>
          <p:cNvSpPr/>
          <p:nvPr/>
        </p:nvSpPr>
        <p:spPr>
          <a:xfrm>
            <a:off x="948525" y="43563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CCVCC words.</a:t>
            </a:r>
            <a:endParaRPr/>
          </a:p>
        </p:txBody>
      </p:sp>
      <p:sp>
        <p:nvSpPr>
          <p:cNvPr id="729" name="Google Shape;729;g2bee4f4af4b_0_204"/>
          <p:cNvSpPr txBox="1">
            <a:spLocks noGrp="1"/>
          </p:cNvSpPr>
          <p:nvPr>
            <p:ph type="body" idx="2"/>
          </p:nvPr>
        </p:nvSpPr>
        <p:spPr>
          <a:xfrm>
            <a:off x="3298550" y="1916075"/>
            <a:ext cx="5297100" cy="15129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Phases 2 and 3 Common Exception Words: </a:t>
            </a:r>
            <a:br>
              <a:rPr lang="en-US"/>
            </a:br>
            <a:r>
              <a:rPr lang="en-US">
                <a:solidFill>
                  <a:srgbClr val="2356AF"/>
                </a:solidFill>
              </a:rPr>
              <a:t>as I is no go to into the put his has of pull full </a:t>
            </a:r>
            <a:br>
              <a:rPr lang="en-US">
                <a:solidFill>
                  <a:srgbClr val="2356AF"/>
                </a:solidFill>
              </a:rPr>
            </a:br>
            <a:r>
              <a:rPr lang="en-US">
                <a:solidFill>
                  <a:srgbClr val="2356AF"/>
                </a:solidFill>
              </a:rPr>
              <a:t>push they me we be he she my by looked you are there here were all sure</a:t>
            </a:r>
            <a:endParaRPr>
              <a:solidFill>
                <a:srgbClr val="2356AF"/>
              </a:solidFill>
            </a:endParaRPr>
          </a:p>
        </p:txBody>
      </p:sp>
      <p:sp>
        <p:nvSpPr>
          <p:cNvPr id="730" name="Google Shape;730;g2bee4f4af4b_0_204"/>
          <p:cNvSpPr txBox="1"/>
          <p:nvPr/>
        </p:nvSpPr>
        <p:spPr>
          <a:xfrm>
            <a:off x="1155831" y="5794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1" name="Google Shape;731;g2bee4f4af4b_0_204"/>
          <p:cNvSpPr txBox="1"/>
          <p:nvPr/>
        </p:nvSpPr>
        <p:spPr>
          <a:xfrm>
            <a:off x="3530941" y="5794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32" name="Google Shape;732;g2bee4f4af4b_0_204"/>
          <p:cNvSpPr txBox="1"/>
          <p:nvPr/>
        </p:nvSpPr>
        <p:spPr>
          <a:xfrm>
            <a:off x="2343386" y="57946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33" name="Google Shape;733;g2bee4f4af4b_0_204"/>
          <p:cNvSpPr txBox="1"/>
          <p:nvPr/>
        </p:nvSpPr>
        <p:spPr>
          <a:xfrm>
            <a:off x="948531" y="54851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4" name="Google Shape;734;g2bee4f4af4b_0_204"/>
          <p:cNvPicPr preferRelativeResize="0"/>
          <p:nvPr/>
        </p:nvPicPr>
        <p:blipFill rotWithShape="1">
          <a:blip r:embed="rId4">
            <a:alphaModFix/>
          </a:blip>
          <a:srcRect/>
          <a:stretch/>
        </p:blipFill>
        <p:spPr>
          <a:xfrm>
            <a:off x="1155831" y="4398588"/>
            <a:ext cx="813600" cy="977432"/>
          </a:xfrm>
          <a:prstGeom prst="rect">
            <a:avLst/>
          </a:prstGeom>
          <a:noFill/>
          <a:ln>
            <a:noFill/>
          </a:ln>
          <a:effectLst>
            <a:outerShdw blurRad="71438" dist="19050" dir="5220000" algn="bl" rotWithShape="0">
              <a:srgbClr val="D8D8D8"/>
            </a:outerShdw>
          </a:effectLst>
        </p:spPr>
      </p:pic>
      <p:sp>
        <p:nvSpPr>
          <p:cNvPr id="735" name="Google Shape;735;g2bee4f4af4b_0_204"/>
          <p:cNvSpPr txBox="1"/>
          <p:nvPr/>
        </p:nvSpPr>
        <p:spPr>
          <a:xfrm>
            <a:off x="3182824" y="5485125"/>
            <a:ext cx="15099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36" name="Google Shape;736;g2bee4f4af4b_0_204"/>
          <p:cNvPicPr preferRelativeResize="0"/>
          <p:nvPr/>
        </p:nvPicPr>
        <p:blipFill rotWithShape="1">
          <a:blip r:embed="rId5">
            <a:alphaModFix/>
          </a:blip>
          <a:srcRect t="149" b="139"/>
          <a:stretch/>
        </p:blipFill>
        <p:spPr>
          <a:xfrm>
            <a:off x="3471754" y="4554704"/>
            <a:ext cx="931973" cy="665199"/>
          </a:xfrm>
          <a:prstGeom prst="rect">
            <a:avLst/>
          </a:prstGeom>
          <a:noFill/>
          <a:ln>
            <a:noFill/>
          </a:ln>
          <a:effectLst>
            <a:outerShdw blurRad="71438" dist="19050" dir="5220000" algn="bl" rotWithShape="0">
              <a:srgbClr val="D8D8D8"/>
            </a:outerShdw>
          </a:effectLst>
        </p:spPr>
      </p:pic>
      <p:sp>
        <p:nvSpPr>
          <p:cNvPr id="737" name="Google Shape;737;g2bee4f4af4b_0_204"/>
          <p:cNvSpPr txBox="1"/>
          <p:nvPr/>
        </p:nvSpPr>
        <p:spPr>
          <a:xfrm>
            <a:off x="2228786" y="54851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38" name="Google Shape;738;g2bee4f4af4b_0_204"/>
          <p:cNvPicPr preferRelativeResize="0"/>
          <p:nvPr/>
        </p:nvPicPr>
        <p:blipFill rotWithShape="1">
          <a:blip r:embed="rId6">
            <a:alphaModFix/>
          </a:blip>
          <a:srcRect t="89" b="99"/>
          <a:stretch/>
        </p:blipFill>
        <p:spPr>
          <a:xfrm>
            <a:off x="2442924" y="4460853"/>
            <a:ext cx="614525" cy="852902"/>
          </a:xfrm>
          <a:prstGeom prst="rect">
            <a:avLst/>
          </a:prstGeom>
          <a:noFill/>
          <a:ln>
            <a:noFill/>
          </a:ln>
          <a:effectLst>
            <a:outerShdw blurRad="71438" dist="19050" dir="5220000" algn="bl" rotWithShape="0">
              <a:srgbClr val="D8D8D8"/>
            </a:outerShdw>
          </a:effectLst>
        </p:spPr>
      </p:pic>
      <p:sp>
        <p:nvSpPr>
          <p:cNvPr id="739" name="Google Shape;739;g2bee4f4af4b_0_204">
            <a:hlinkClick r:id="rId7" action="ppaction://hlinksldjump"/>
          </p:cNvPr>
          <p:cNvSpPr/>
          <p:nvPr/>
        </p:nvSpPr>
        <p:spPr>
          <a:xfrm>
            <a:off x="3343800" y="39862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40" name="Google Shape;740;g2bee4f4af4b_0_204">
            <a:hlinkClick r:id="rId8" action="ppaction://hlinksldjump"/>
          </p:cNvPr>
          <p:cNvSpPr/>
          <p:nvPr/>
        </p:nvSpPr>
        <p:spPr>
          <a:xfrm>
            <a:off x="2254806" y="4046025"/>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47" name="Google Shape;747;g26b641b03cd_0_165"/>
          <p:cNvGrpSpPr/>
          <p:nvPr/>
        </p:nvGrpSpPr>
        <p:grpSpPr>
          <a:xfrm>
            <a:off x="930400" y="2129444"/>
            <a:ext cx="7283200" cy="3724851"/>
            <a:chOff x="930400" y="2129444"/>
            <a:chExt cx="7283200" cy="3724851"/>
          </a:xfrm>
        </p:grpSpPr>
        <p:pic>
          <p:nvPicPr>
            <p:cNvPr id="748" name="Google Shape;748;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77" name="Google Shape;777;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79" name="Google Shape;779;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0" name="Google Shape;780;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1" name="Google Shape;781;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2" name="Google Shape;782;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87" name="Google Shape;787;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1" name="Google Shape;791;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4" name="Google Shape;794;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5" name="Google Shape;795;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6" name="Google Shape;796;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97" name="Google Shape;797;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12" name="Google Shape;812;g26b7edf6e71_0_109"/>
          <p:cNvGrpSpPr/>
          <p:nvPr/>
        </p:nvGrpSpPr>
        <p:grpSpPr>
          <a:xfrm>
            <a:off x="865957" y="2135925"/>
            <a:ext cx="7282807" cy="2686611"/>
            <a:chOff x="867357" y="2129450"/>
            <a:chExt cx="7282807" cy="2686611"/>
          </a:xfrm>
        </p:grpSpPr>
        <p:pic>
          <p:nvPicPr>
            <p:cNvPr id="813" name="Google Shape;81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33" name="Google Shape;833;g2c298d33e0c_0_6"/>
          <p:cNvGrpSpPr/>
          <p:nvPr/>
        </p:nvGrpSpPr>
        <p:grpSpPr>
          <a:xfrm>
            <a:off x="868300" y="2129450"/>
            <a:ext cx="7281864" cy="2684601"/>
            <a:chOff x="868300" y="2129450"/>
            <a:chExt cx="7281864" cy="2684601"/>
          </a:xfrm>
        </p:grpSpPr>
        <p:pic>
          <p:nvPicPr>
            <p:cNvPr id="834" name="Google Shape;834;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8" name="Google Shape;838;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26b94af6077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Phase 4 Common Exception Words </a:t>
            </a:r>
            <a:r>
              <a:rPr lang="en-US">
                <a:solidFill>
                  <a:srgbClr val="2356AF"/>
                </a:solidFill>
              </a:rPr>
              <a:t>said like out have some come what was</a:t>
            </a:r>
            <a:r>
              <a:rPr lang="en-US">
                <a:solidFill>
                  <a:schemeClr val="dk1"/>
                </a:solidFill>
              </a:rPr>
              <a:t>.</a:t>
            </a:r>
            <a:endParaRPr/>
          </a:p>
        </p:txBody>
      </p:sp>
      <p:pic>
        <p:nvPicPr>
          <p:cNvPr id="868" name="Google Shape;868;g26b94af6077_0_0"/>
          <p:cNvPicPr preferRelativeResize="0"/>
          <p:nvPr/>
        </p:nvPicPr>
        <p:blipFill rotWithShape="1">
          <a:blip r:embed="rId3">
            <a:alphaModFix/>
          </a:blip>
          <a:srcRect l="189" r="179"/>
          <a:stretch/>
        </p:blipFill>
        <p:spPr>
          <a:xfrm>
            <a:off x="868300" y="3060270"/>
            <a:ext cx="1147320" cy="822956"/>
          </a:xfrm>
          <a:prstGeom prst="rect">
            <a:avLst/>
          </a:prstGeom>
          <a:noFill/>
          <a:ln>
            <a:noFill/>
          </a:ln>
          <a:effectLst>
            <a:outerShdw blurRad="71438" dist="19050" dir="5400000" algn="bl" rotWithShape="0">
              <a:srgbClr val="000000">
                <a:alpha val="17647"/>
              </a:srgbClr>
            </a:outerShdw>
          </a:effectLst>
        </p:spPr>
      </p:pic>
      <p:pic>
        <p:nvPicPr>
          <p:cNvPr id="869" name="Google Shape;869;g26b94af6077_0_0"/>
          <p:cNvPicPr preferRelativeResize="0"/>
          <p:nvPr/>
        </p:nvPicPr>
        <p:blipFill rotWithShape="1">
          <a:blip r:embed="rId4">
            <a:alphaModFix/>
          </a:blip>
          <a:srcRect t="39" b="49"/>
          <a:stretch/>
        </p:blipFill>
        <p:spPr>
          <a:xfrm>
            <a:off x="2093821" y="3060270"/>
            <a:ext cx="1148707" cy="821566"/>
          </a:xfrm>
          <a:prstGeom prst="rect">
            <a:avLst/>
          </a:prstGeom>
          <a:noFill/>
          <a:ln>
            <a:noFill/>
          </a:ln>
          <a:effectLst>
            <a:outerShdw blurRad="71438" dist="19050" dir="5400000" algn="bl" rotWithShape="0">
              <a:srgbClr val="000000">
                <a:alpha val="17647"/>
              </a:srgbClr>
            </a:outerShdw>
          </a:effectLst>
        </p:spPr>
      </p:pic>
      <p:pic>
        <p:nvPicPr>
          <p:cNvPr id="870" name="Google Shape;870;g26b94af6077_0_0"/>
          <p:cNvPicPr preferRelativeResize="0"/>
          <p:nvPr/>
        </p:nvPicPr>
        <p:blipFill rotWithShape="1">
          <a:blip r:embed="rId5">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1" name="Google Shape;871;g26b94af6077_0_0"/>
          <p:cNvPicPr preferRelativeResize="0"/>
          <p:nvPr/>
        </p:nvPicPr>
        <p:blipFill rotWithShape="1">
          <a:blip r:embed="rId6">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2" name="Google Shape;872;g26b94af6077_0_0"/>
          <p:cNvPicPr preferRelativeResize="0"/>
          <p:nvPr/>
        </p:nvPicPr>
        <p:blipFill rotWithShape="1">
          <a:blip r:embed="rId7">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3" name="Google Shape;873;g26b94af6077_0_0"/>
          <p:cNvPicPr preferRelativeResize="0"/>
          <p:nvPr/>
        </p:nvPicPr>
        <p:blipFill rotWithShape="1">
          <a:blip r:embed="rId8">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4" name="Google Shape;874;g26b94af6077_0_0"/>
          <p:cNvPicPr preferRelativeResize="0"/>
          <p:nvPr/>
        </p:nvPicPr>
        <p:blipFill rotWithShape="1">
          <a:blip r:embed="rId9">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10">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2" name="Google Shape;882;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3" name="Google Shape;883;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890" name="Google Shape;89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91" name="Google Shape;89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8" name="Google Shape;898;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99" name="Google Shape;899;g2c4feb0fda9_1_0"/>
          <p:cNvSpPr/>
          <p:nvPr/>
        </p:nvSpPr>
        <p:spPr>
          <a:xfrm>
            <a:off x="340528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0" name="Google Shape;900;g2c4feb0fda9_1_0"/>
          <p:cNvSpPr/>
          <p:nvPr/>
        </p:nvSpPr>
        <p:spPr>
          <a:xfrm>
            <a:off x="4342484"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1" name="Google Shape;901;g2c4feb0fda9_1_0"/>
          <p:cNvSpPr/>
          <p:nvPr/>
        </p:nvSpPr>
        <p:spPr>
          <a:xfrm>
            <a:off x="531800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02" name="Google Shape;902;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03" name="Google Shape;903;g2c4feb0fda9_1_0"/>
          <p:cNvSpPr txBox="1">
            <a:spLocks noGrp="1"/>
          </p:cNvSpPr>
          <p:nvPr>
            <p:ph type="subTitle" idx="4294967295"/>
          </p:nvPr>
        </p:nvSpPr>
        <p:spPr>
          <a:xfrm>
            <a:off x="474835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04" name="Google Shape;904;g2c4feb0fda9_1_0"/>
          <p:cNvSpPr txBox="1">
            <a:spLocks noGrp="1"/>
          </p:cNvSpPr>
          <p:nvPr>
            <p:ph type="subTitle" idx="4294967295"/>
          </p:nvPr>
        </p:nvSpPr>
        <p:spPr>
          <a:xfrm>
            <a:off x="283558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05" name="Google Shape;905;g2c4feb0fda9_1_0"/>
          <p:cNvSpPr txBox="1">
            <a:spLocks noGrp="1"/>
          </p:cNvSpPr>
          <p:nvPr>
            <p:ph type="subTitle" idx="4294967295"/>
          </p:nvPr>
        </p:nvSpPr>
        <p:spPr>
          <a:xfrm>
            <a:off x="3772809"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06" name="Google Shape;906;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7" name="Google Shape;907;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8" name="Google Shape;908;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9" name="Google Shape;909;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0" name="Google Shape;910;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1" name="Google Shape;911;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12" name="Google Shape;912;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13" name="Google Shape;913;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14" name="Google Shape;914;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5" name="Google Shape;915;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6" name="Google Shape;916;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7" name="Google Shape;917;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8" name="Google Shape;918;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19" name="Google Shape;919;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1" name="Google Shape;921;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23" name="Google Shape;923;g2c4feb0fda9_1_0"/>
          <p:cNvSpPr/>
          <p:nvPr/>
        </p:nvSpPr>
        <p:spPr>
          <a:xfrm>
            <a:off x="256708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2c4feb0fda9_1_0"/>
          <p:cNvSpPr txBox="1">
            <a:spLocks noGrp="1"/>
          </p:cNvSpPr>
          <p:nvPr>
            <p:ph type="subTitle" idx="4294967295"/>
          </p:nvPr>
        </p:nvSpPr>
        <p:spPr>
          <a:xfrm>
            <a:off x="1997384"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c</a:t>
            </a:r>
            <a:endParaRPr sz="15000" b="0" i="0" u="none" strike="noStrike" cap="none">
              <a:solidFill>
                <a:srgbClr val="2356AF"/>
              </a:solidFill>
              <a:latin typeface="Jost"/>
              <a:ea typeface="Jost"/>
              <a:cs typeface="Jost"/>
              <a:sym typeface="Jost"/>
            </a:endParaRPr>
          </a:p>
        </p:txBody>
      </p:sp>
      <p:sp>
        <p:nvSpPr>
          <p:cNvPr id="925" name="Google Shape;925;g2c4feb0fda9_1_0"/>
          <p:cNvSpPr/>
          <p:nvPr/>
        </p:nvSpPr>
        <p:spPr>
          <a:xfrm>
            <a:off x="618686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6" name="Google Shape;926;g2c4feb0fda9_1_0"/>
          <p:cNvSpPr txBox="1">
            <a:spLocks noGrp="1"/>
          </p:cNvSpPr>
          <p:nvPr>
            <p:ph type="subTitle" idx="4294967295"/>
          </p:nvPr>
        </p:nvSpPr>
        <p:spPr>
          <a:xfrm>
            <a:off x="561721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2d06146e6b6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33" name="Google Shape;933;g2d06146e6b6_0_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34" name="Google Shape;934;g2d06146e6b6_0_45"/>
          <p:cNvSpPr/>
          <p:nvPr/>
        </p:nvSpPr>
        <p:spPr>
          <a:xfrm>
            <a:off x="4391738"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2d06146e6b6_0_45"/>
          <p:cNvSpPr/>
          <p:nvPr/>
        </p:nvSpPr>
        <p:spPr>
          <a:xfrm>
            <a:off x="535959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36" name="Google Shape;936;g2d06146e6b6_0_45"/>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7" name="Google Shape;937;g2d06146e6b6_0_45"/>
          <p:cNvSpPr txBox="1">
            <a:spLocks noGrp="1"/>
          </p:cNvSpPr>
          <p:nvPr>
            <p:ph type="subTitle" idx="4294967295"/>
          </p:nvPr>
        </p:nvSpPr>
        <p:spPr>
          <a:xfrm>
            <a:off x="4789947"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38" name="Google Shape;938;g2d06146e6b6_0_45"/>
          <p:cNvSpPr txBox="1">
            <a:spLocks noGrp="1"/>
          </p:cNvSpPr>
          <p:nvPr>
            <p:ph type="subTitle" idx="4294967295"/>
          </p:nvPr>
        </p:nvSpPr>
        <p:spPr>
          <a:xfrm>
            <a:off x="1955794" y="1308025"/>
            <a:ext cx="22830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ch</a:t>
            </a:r>
            <a:endParaRPr sz="15000" b="0" i="0" u="none" strike="noStrike" cap="none">
              <a:solidFill>
                <a:srgbClr val="FFD400"/>
              </a:solidFill>
              <a:latin typeface="Jost"/>
              <a:ea typeface="Jost"/>
              <a:cs typeface="Jost"/>
              <a:sym typeface="Jost"/>
            </a:endParaRPr>
          </a:p>
        </p:txBody>
      </p:sp>
      <p:sp>
        <p:nvSpPr>
          <p:cNvPr id="939" name="Google Shape;939;g2d06146e6b6_0_45"/>
          <p:cNvSpPr txBox="1">
            <a:spLocks noGrp="1"/>
          </p:cNvSpPr>
          <p:nvPr>
            <p:ph type="subTitle" idx="4294967295"/>
          </p:nvPr>
        </p:nvSpPr>
        <p:spPr>
          <a:xfrm>
            <a:off x="3822063"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40" name="Google Shape;940;g2d06146e6b6_0_4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d06146e6b6_0_4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2" name="Google Shape;942;g2d06146e6b6_0_4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3" name="Google Shape;943;g2d06146e6b6_0_4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4" name="Google Shape;944;g2d06146e6b6_0_4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5" name="Google Shape;945;g2d06146e6b6_0_4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6" name="Google Shape;946;g2d06146e6b6_0_4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7" name="Google Shape;947;g2d06146e6b6_0_4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8" name="Google Shape;948;g2d06146e6b6_0_4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9" name="Google Shape;949;g2d06146e6b6_0_4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50" name="Google Shape;950;g2d06146e6b6_0_45"/>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51" name="Google Shape;951;g2d06146e6b6_0_4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52" name="Google Shape;952;g2d06146e6b6_0_4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53" name="Google Shape;953;g2d06146e6b6_0_4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4" name="Google Shape;954;g2d06146e6b6_0_45"/>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5" name="Google Shape;955;g2d06146e6b6_0_4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6" name="Google Shape;956;g2d06146e6b6_0_4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57" name="Google Shape;957;g2d06146e6b6_0_45"/>
          <p:cNvSpPr/>
          <p:nvPr/>
        </p:nvSpPr>
        <p:spPr>
          <a:xfrm>
            <a:off x="6228456"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8" name="Google Shape;958;g2d06146e6b6_0_45"/>
          <p:cNvSpPr txBox="1">
            <a:spLocks noGrp="1"/>
          </p:cNvSpPr>
          <p:nvPr>
            <p:ph type="subTitle" idx="4294967295"/>
          </p:nvPr>
        </p:nvSpPr>
        <p:spPr>
          <a:xfrm>
            <a:off x="5658806"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959" name="Google Shape;959;g2d06146e6b6_0_45"/>
          <p:cNvSpPr/>
          <p:nvPr/>
        </p:nvSpPr>
        <p:spPr>
          <a:xfrm>
            <a:off x="2300545" y="4011900"/>
            <a:ext cx="1529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g2d06146e6b6_0_1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6" name="Google Shape;966;g2d06146e6b6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7" name="Google Shape;967;g2d06146e6b6_0_11"/>
          <p:cNvSpPr/>
          <p:nvPr/>
        </p:nvSpPr>
        <p:spPr>
          <a:xfrm>
            <a:off x="3363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8" name="Google Shape;968;g2d06146e6b6_0_11"/>
          <p:cNvSpPr/>
          <p:nvPr/>
        </p:nvSpPr>
        <p:spPr>
          <a:xfrm>
            <a:off x="4300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9" name="Google Shape;969;g2d06146e6b6_0_11"/>
          <p:cNvSpPr/>
          <p:nvPr/>
        </p:nvSpPr>
        <p:spPr>
          <a:xfrm>
            <a:off x="5314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70" name="Google Shape;970;g2d06146e6b6_0_1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71" name="Google Shape;971;g2d06146e6b6_0_11"/>
          <p:cNvSpPr txBox="1">
            <a:spLocks noGrp="1"/>
          </p:cNvSpPr>
          <p:nvPr>
            <p:ph type="subTitle" idx="4294967295"/>
          </p:nvPr>
        </p:nvSpPr>
        <p:spPr>
          <a:xfrm>
            <a:off x="4744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72" name="Google Shape;972;g2d06146e6b6_0_11"/>
          <p:cNvSpPr txBox="1">
            <a:spLocks noGrp="1"/>
          </p:cNvSpPr>
          <p:nvPr>
            <p:ph type="subTitle" idx="4294967295"/>
          </p:nvPr>
        </p:nvSpPr>
        <p:spPr>
          <a:xfrm>
            <a:off x="2793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973" name="Google Shape;973;g2d06146e6b6_0_11"/>
          <p:cNvSpPr txBox="1">
            <a:spLocks noGrp="1"/>
          </p:cNvSpPr>
          <p:nvPr>
            <p:ph type="subTitle" idx="4294967295"/>
          </p:nvPr>
        </p:nvSpPr>
        <p:spPr>
          <a:xfrm>
            <a:off x="3731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
        <p:nvSpPr>
          <p:cNvPr id="974" name="Google Shape;974;g2d06146e6b6_0_1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d06146e6b6_0_1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6" name="Google Shape;976;g2d06146e6b6_0_1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7" name="Google Shape;977;g2d06146e6b6_0_1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8" name="Google Shape;978;g2d06146e6b6_0_1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9" name="Google Shape;979;g2d06146e6b6_0_1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80" name="Google Shape;980;g2d06146e6b6_0_1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81" name="Google Shape;981;g2d06146e6b6_0_1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82" name="Google Shape;982;g2d06146e6b6_0_1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83" name="Google Shape;983;g2d06146e6b6_0_1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4" name="Google Shape;984;g2d06146e6b6_0_11"/>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5" name="Google Shape;985;g2d06146e6b6_0_1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6" name="Google Shape;986;g2d06146e6b6_0_1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7" name="Google Shape;987;g2d06146e6b6_0_1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d06146e6b6_0_11"/>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9" name="Google Shape;989;g2d06146e6b6_0_1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90" name="Google Shape;990;g2d06146e6b6_0_1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91" name="Google Shape;991;g2d06146e6b6_0_11"/>
          <p:cNvSpPr/>
          <p:nvPr/>
        </p:nvSpPr>
        <p:spPr>
          <a:xfrm>
            <a:off x="2601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2" name="Google Shape;992;g2d06146e6b6_0_11"/>
          <p:cNvSpPr txBox="1">
            <a:spLocks noGrp="1"/>
          </p:cNvSpPr>
          <p:nvPr>
            <p:ph type="subTitle" idx="4294967295"/>
          </p:nvPr>
        </p:nvSpPr>
        <p:spPr>
          <a:xfrm>
            <a:off x="2031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f</a:t>
            </a:r>
            <a:endParaRPr sz="15000" b="0" i="0" u="none" strike="noStrike" cap="none">
              <a:solidFill>
                <a:srgbClr val="2356AF"/>
              </a:solidFill>
              <a:latin typeface="Jost"/>
              <a:ea typeface="Jost"/>
              <a:cs typeface="Jost"/>
              <a:sym typeface="Jost"/>
            </a:endParaRPr>
          </a:p>
        </p:txBody>
      </p:sp>
      <p:sp>
        <p:nvSpPr>
          <p:cNvPr id="993" name="Google Shape;993;g2d06146e6b6_0_11"/>
          <p:cNvSpPr/>
          <p:nvPr/>
        </p:nvSpPr>
        <p:spPr>
          <a:xfrm>
            <a:off x="6152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4" name="Google Shape;994;g2d06146e6b6_0_11"/>
          <p:cNvSpPr txBox="1">
            <a:spLocks noGrp="1"/>
          </p:cNvSpPr>
          <p:nvPr>
            <p:ph type="subTitle" idx="4294967295"/>
          </p:nvPr>
        </p:nvSpPr>
        <p:spPr>
          <a:xfrm>
            <a:off x="5582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01" name="Google Shape;100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02" name="Google Shape;100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sp>
        <p:nvSpPr>
          <p:cNvPr id="1008" name="Google Shape;1008;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9" name="Google Shape;1009;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0" name="Google Shape;1010;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11" name="Google Shape;1011;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18" name="Google Shape;101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19" name="Google Shape;1019;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20" name="Google Shape;1020;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27" name="Google Shape;1027;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8" name="Google Shape;1028;g26b641b03cd_0_213"/>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9" name="Google Shape;1029;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4"/>
        <p:cNvGrpSpPr/>
        <p:nvPr/>
      </p:nvGrpSpPr>
      <p:grpSpPr>
        <a:xfrm>
          <a:off x="0" y="0"/>
          <a:ext cx="0" cy="0"/>
          <a:chOff x="0" y="0"/>
          <a:chExt cx="0" cy="0"/>
        </a:xfrm>
      </p:grpSpPr>
      <p:sp>
        <p:nvSpPr>
          <p:cNvPr id="1035" name="Google Shape;1035;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36" name="Google Shape;1036;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37" name="Google Shape;1037;g2c186218c5a_0_149"/>
          <p:cNvPicPr preferRelativeResize="0"/>
          <p:nvPr/>
        </p:nvPicPr>
        <p:blipFill rotWithShape="1">
          <a:blip r:embed="rId3">
            <a:alphaModFix/>
          </a:blip>
          <a:srcRect l="129" r="139"/>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38" name="Google Shape;1038;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g26b641b03cd_0_301"/>
          <p:cNvSpPr txBox="1">
            <a:spLocks noGrp="1"/>
          </p:cNvSpPr>
          <p:nvPr>
            <p:ph type="title"/>
          </p:nvPr>
        </p:nvSpPr>
        <p:spPr>
          <a:xfrm>
            <a:off x="947925" y="5568500"/>
            <a:ext cx="7248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5" name="Google Shape;1045;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6" name="Google Shape;1046;g26b641b03cd_0_301"/>
          <p:cNvPicPr preferRelativeResize="0"/>
          <p:nvPr/>
        </p:nvPicPr>
        <p:blipFill rotWithShape="1">
          <a:blip r:embed="rId3">
            <a:alphaModFix/>
          </a:blip>
          <a:srcRect/>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7" name="Google Shape;1047;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g2d06146e6b6_0_88"/>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4" name="Google Shape;1054;g2d06146e6b6_0_8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5" name="Google Shape;1055;g2d06146e6b6_0_8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6" name="Google Shape;1056;g2d06146e6b6_0_8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61"/>
        <p:cNvGrpSpPr/>
        <p:nvPr/>
      </p:nvGrpSpPr>
      <p:grpSpPr>
        <a:xfrm>
          <a:off x="0" y="0"/>
          <a:ext cx="0" cy="0"/>
          <a:chOff x="0" y="0"/>
          <a:chExt cx="0" cy="0"/>
        </a:xfrm>
      </p:grpSpPr>
      <p:sp>
        <p:nvSpPr>
          <p:cNvPr id="1062" name="Google Shape;1062;g2d06146e6b6_0_80"/>
          <p:cNvSpPr txBox="1">
            <a:spLocks noGrp="1"/>
          </p:cNvSpPr>
          <p:nvPr>
            <p:ph type="title"/>
          </p:nvPr>
        </p:nvSpPr>
        <p:spPr>
          <a:xfrm>
            <a:off x="993175" y="5568500"/>
            <a:ext cx="71577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63" name="Google Shape;1063;g2d06146e6b6_0_8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64" name="Google Shape;1064;g2d06146e6b6_0_80"/>
          <p:cNvPicPr preferRelativeResize="0"/>
          <p:nvPr/>
        </p:nvPicPr>
        <p:blipFill rotWithShape="1">
          <a:blip r:embed="rId3">
            <a:alphaModFix/>
          </a:blip>
          <a:srcRect t="79" b="8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65" name="Google Shape;1065;g2d06146e6b6_0_8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6b641b03cd_0_308"/>
          <p:cNvSpPr txBox="1">
            <a:spLocks noGrp="1"/>
          </p:cNvSpPr>
          <p:nvPr>
            <p:ph type="title"/>
          </p:nvPr>
        </p:nvSpPr>
        <p:spPr>
          <a:xfrm>
            <a:off x="960875" y="5568500"/>
            <a:ext cx="72222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2" name="Google Shape;1072;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3" name="Google Shape;1073;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4" name="Google Shape;1074;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81" name="Google Shape;108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82" name="Google Shape;1082;g1f3daf8a844_0_64"/>
          <p:cNvGrpSpPr/>
          <p:nvPr/>
        </p:nvGrpSpPr>
        <p:grpSpPr>
          <a:xfrm>
            <a:off x="3024000" y="209875"/>
            <a:ext cx="3096000" cy="454800"/>
            <a:chOff x="3024000" y="209875"/>
            <a:chExt cx="3096000" cy="454800"/>
          </a:xfrm>
        </p:grpSpPr>
        <p:sp>
          <p:nvSpPr>
            <p:cNvPr id="1083" name="Google Shape;108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4" name="Google Shape;108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85" name="Google Shape;108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86" name="Google Shape;108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7" name="Google Shape;108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88" name="Google Shape;108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89" name="Google Shape;108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90" name="Google Shape;1090;g1f3daf8a844_0_64"/>
          <p:cNvSpPr txBox="1"/>
          <p:nvPr/>
        </p:nvSpPr>
        <p:spPr>
          <a:xfrm>
            <a:off x="2175708"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091" name="Google Shape;1091;g1f3daf8a844_0_64"/>
          <p:cNvSpPr txBox="1"/>
          <p:nvPr/>
        </p:nvSpPr>
        <p:spPr>
          <a:xfrm>
            <a:off x="5159534"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92" name="Google Shape;1092;g1f3daf8a844_0_64"/>
          <p:cNvSpPr txBox="1"/>
          <p:nvPr/>
        </p:nvSpPr>
        <p:spPr>
          <a:xfrm>
            <a:off x="1181100"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93" name="Google Shape;1093;g1f3daf8a844_0_64"/>
          <p:cNvSpPr txBox="1"/>
          <p:nvPr/>
        </p:nvSpPr>
        <p:spPr>
          <a:xfrm>
            <a:off x="3170317"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094" name="Google Shape;1094;g1f3daf8a844_0_64"/>
          <p:cNvSpPr txBox="1"/>
          <p:nvPr/>
        </p:nvSpPr>
        <p:spPr>
          <a:xfrm>
            <a:off x="4164925"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95" name="Google Shape;1095;g1f3daf8a844_0_64"/>
          <p:cNvSpPr txBox="1"/>
          <p:nvPr/>
        </p:nvSpPr>
        <p:spPr>
          <a:xfrm>
            <a:off x="7148751"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96" name="Google Shape;1096;g1f3daf8a844_0_64"/>
          <p:cNvSpPr txBox="1"/>
          <p:nvPr/>
        </p:nvSpPr>
        <p:spPr>
          <a:xfrm>
            <a:off x="3127417"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097" name="Google Shape;1097;g1f3daf8a844_0_64"/>
          <p:cNvSpPr txBox="1"/>
          <p:nvPr/>
        </p:nvSpPr>
        <p:spPr>
          <a:xfrm>
            <a:off x="6046893" y="2160375"/>
            <a:ext cx="94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098" name="Google Shape;1098;g1f3daf8a844_0_64"/>
          <p:cNvSpPr txBox="1"/>
          <p:nvPr/>
        </p:nvSpPr>
        <p:spPr>
          <a:xfrm>
            <a:off x="1181100"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099" name="Google Shape;1099;g1f3daf8a844_0_64"/>
          <p:cNvSpPr txBox="1"/>
          <p:nvPr/>
        </p:nvSpPr>
        <p:spPr>
          <a:xfrm>
            <a:off x="4100576"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00" name="Google Shape;1100;g1f3daf8a844_0_64"/>
          <p:cNvSpPr txBox="1"/>
          <p:nvPr/>
        </p:nvSpPr>
        <p:spPr>
          <a:xfrm>
            <a:off x="5073734"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01" name="Google Shape;1101;g1f3daf8a844_0_64"/>
          <p:cNvSpPr txBox="1"/>
          <p:nvPr/>
        </p:nvSpPr>
        <p:spPr>
          <a:xfrm>
            <a:off x="7148751"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00904D"/>
              </a:solidFill>
              <a:latin typeface="Jost"/>
              <a:ea typeface="Jost"/>
              <a:cs typeface="Jost"/>
              <a:sym typeface="Jost"/>
            </a:endParaRPr>
          </a:p>
        </p:txBody>
      </p:sp>
      <p:sp>
        <p:nvSpPr>
          <p:cNvPr id="1102" name="Google Shape;1102;g1f3daf8a844_0_64"/>
          <p:cNvSpPr txBox="1"/>
          <p:nvPr/>
        </p:nvSpPr>
        <p:spPr>
          <a:xfrm>
            <a:off x="6154142"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cxnSp>
        <p:nvCxnSpPr>
          <p:cNvPr id="1103" name="Google Shape;110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4" name="Google Shape;1104;g1f3daf8a844_0_64"/>
          <p:cNvSpPr txBox="1"/>
          <p:nvPr/>
        </p:nvSpPr>
        <p:spPr>
          <a:xfrm>
            <a:off x="2052565" y="219261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g2d06146e6b6_0_9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11" name="Google Shape;1111;g2d06146e6b6_0_9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12" name="Google Shape;1112;g2d06146e6b6_0_99"/>
          <p:cNvGrpSpPr/>
          <p:nvPr/>
        </p:nvGrpSpPr>
        <p:grpSpPr>
          <a:xfrm>
            <a:off x="3024000" y="209875"/>
            <a:ext cx="3096000" cy="454800"/>
            <a:chOff x="3024000" y="209875"/>
            <a:chExt cx="3096000" cy="454800"/>
          </a:xfrm>
        </p:grpSpPr>
        <p:sp>
          <p:nvSpPr>
            <p:cNvPr id="1113" name="Google Shape;1113;g2d06146e6b6_0_99"/>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14" name="Google Shape;1114;g2d06146e6b6_0_99"/>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15" name="Google Shape;1115;g2d06146e6b6_0_99"/>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116" name="Google Shape;1116;g2d06146e6b6_0_99"/>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crisp crust dr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nk drift chest grunt</a:t>
            </a:r>
            <a:endParaRPr sz="1800" b="0" i="0" u="none" strike="noStrike" cap="none">
              <a:solidFill>
                <a:srgbClr val="B7B7B7"/>
              </a:solidFill>
              <a:latin typeface="Jost"/>
              <a:ea typeface="Jost"/>
              <a:cs typeface="Jost"/>
              <a:sym typeface="Jost"/>
            </a:endParaRPr>
          </a:p>
        </p:txBody>
      </p:sp>
      <p:cxnSp>
        <p:nvCxnSpPr>
          <p:cNvPr id="1117" name="Google Shape;1117;g2d06146e6b6_0_99"/>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18" name="Google Shape;1118;g2d06146e6b6_0_99"/>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19" name="Google Shape;1119;g2d06146e6b6_0_99"/>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0" name="Google Shape;1120;g2d06146e6b6_0_99"/>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21" name="Google Shape;1121;g2d06146e6b6_0_99"/>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22" name="Google Shape;1122;g2d06146e6b6_0_99"/>
          <p:cNvSpPr txBox="1"/>
          <p:nvPr/>
        </p:nvSpPr>
        <p:spPr>
          <a:xfrm>
            <a:off x="2175708"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23" name="Google Shape;1123;g2d06146e6b6_0_99"/>
          <p:cNvSpPr txBox="1"/>
          <p:nvPr/>
        </p:nvSpPr>
        <p:spPr>
          <a:xfrm>
            <a:off x="5159534"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24" name="Google Shape;1124;g2d06146e6b6_0_99"/>
          <p:cNvSpPr txBox="1"/>
          <p:nvPr/>
        </p:nvSpPr>
        <p:spPr>
          <a:xfrm>
            <a:off x="1181100"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25" name="Google Shape;1125;g2d06146e6b6_0_99"/>
          <p:cNvSpPr txBox="1"/>
          <p:nvPr/>
        </p:nvSpPr>
        <p:spPr>
          <a:xfrm>
            <a:off x="3170317"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26" name="Google Shape;1126;g2d06146e6b6_0_99"/>
          <p:cNvSpPr txBox="1"/>
          <p:nvPr/>
        </p:nvSpPr>
        <p:spPr>
          <a:xfrm>
            <a:off x="4164925"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cxnSp>
        <p:nvCxnSpPr>
          <p:cNvPr id="1127" name="Google Shape;1127;g2d06146e6b6_0_99"/>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28" name="Google Shape;1128;g2d06146e6b6_0_99"/>
          <p:cNvSpPr txBox="1"/>
          <p:nvPr/>
        </p:nvSpPr>
        <p:spPr>
          <a:xfrm>
            <a:off x="7148751"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29" name="Google Shape;1129;g2d06146e6b6_0_99"/>
          <p:cNvSpPr txBox="1"/>
          <p:nvPr/>
        </p:nvSpPr>
        <p:spPr>
          <a:xfrm>
            <a:off x="3127417"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30" name="Google Shape;1130;g2d06146e6b6_0_99"/>
          <p:cNvSpPr txBox="1"/>
          <p:nvPr/>
        </p:nvSpPr>
        <p:spPr>
          <a:xfrm>
            <a:off x="6046893" y="2160375"/>
            <a:ext cx="9429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ch</a:t>
            </a:r>
            <a:endParaRPr sz="5500" b="0" i="0" u="none" strike="noStrike" cap="none">
              <a:solidFill>
                <a:srgbClr val="FFD400"/>
              </a:solidFill>
              <a:latin typeface="Jost"/>
              <a:ea typeface="Jost"/>
              <a:cs typeface="Jost"/>
              <a:sym typeface="Jost"/>
            </a:endParaRPr>
          </a:p>
        </p:txBody>
      </p:sp>
      <p:sp>
        <p:nvSpPr>
          <p:cNvPr id="1131" name="Google Shape;1131;g2d06146e6b6_0_99"/>
          <p:cNvSpPr txBox="1"/>
          <p:nvPr/>
        </p:nvSpPr>
        <p:spPr>
          <a:xfrm>
            <a:off x="1181100"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32" name="Google Shape;1132;g2d06146e6b6_0_99"/>
          <p:cNvSpPr txBox="1"/>
          <p:nvPr/>
        </p:nvSpPr>
        <p:spPr>
          <a:xfrm>
            <a:off x="4100576"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33" name="Google Shape;1133;g2d06146e6b6_0_99"/>
          <p:cNvSpPr txBox="1"/>
          <p:nvPr/>
        </p:nvSpPr>
        <p:spPr>
          <a:xfrm>
            <a:off x="5073734"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134" name="Google Shape;1134;g2d06146e6b6_0_99"/>
          <p:cNvSpPr txBox="1"/>
          <p:nvPr/>
        </p:nvSpPr>
        <p:spPr>
          <a:xfrm>
            <a:off x="7148751" y="2160375"/>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00904D"/>
              </a:solidFill>
              <a:latin typeface="Jost"/>
              <a:ea typeface="Jost"/>
              <a:cs typeface="Jost"/>
              <a:sym typeface="Jost"/>
            </a:endParaRPr>
          </a:p>
        </p:txBody>
      </p:sp>
      <p:sp>
        <p:nvSpPr>
          <p:cNvPr id="1135" name="Google Shape;1135;g2d06146e6b6_0_99"/>
          <p:cNvSpPr txBox="1"/>
          <p:nvPr/>
        </p:nvSpPr>
        <p:spPr>
          <a:xfrm>
            <a:off x="6154142" y="960050"/>
            <a:ext cx="8142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36" name="Google Shape;1136;g2d06146e6b6_0_99"/>
          <p:cNvSpPr txBox="1"/>
          <p:nvPr/>
        </p:nvSpPr>
        <p:spPr>
          <a:xfrm>
            <a:off x="2052565" y="2192618"/>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527</Words>
  <Application>Microsoft Office PowerPoint</Application>
  <PresentationFormat>On-screen Show (4:3)</PresentationFormat>
  <Paragraphs>160</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Calibri</vt:lpstr>
      <vt:lpstr>Poppins SemiBold</vt:lpstr>
      <vt:lpstr>Poppins</vt:lpstr>
      <vt:lpstr>Nunito Black</vt:lpstr>
      <vt:lpstr>Poppins Medium</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vt:lpstr>
      <vt:lpstr>Review Alphabet Song</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2026-05-20T01:09:42Z</dcterms:modified>
</cp:coreProperties>
</file>