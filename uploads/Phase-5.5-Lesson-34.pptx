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ZOvPsWVs5vXSPmRjQfSlmOYlQ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DA16CE-CD68-4888-A6A9-5BF407A3B095}">
  <a:tblStyle styleId="{7ADA16CE-CD68-4888-A6A9-5BF407A3B09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varScale="1">
        <p:scale>
          <a:sx n="59" d="100"/>
          <a:sy n="59" d="100"/>
        </p:scale>
        <p:origin x="1156"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e5110c39a9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e5110c39a9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e5110c39a9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73853f3826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73853f3826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73853f3826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273853f3826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g273853f3826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g273853f3826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22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Sound Family /m/ - mb</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7.3 -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2.xml"/><Relationship Id="rId4" Type="http://schemas.openxmlformats.org/officeDocument/2006/relationships/image" Target="../media/image7.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4.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6.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6.xml"/><Relationship Id="rId16" Type="http://schemas.openxmlformats.org/officeDocument/2006/relationships/image" Target="../media/image115.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s>
</file>

<file path=ppt/slides/_rels/slide7.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notesSlide" Target="../notesSlides/notesSlide7.xml"/><Relationship Id="rId16" Type="http://schemas.openxmlformats.org/officeDocument/2006/relationships/image" Target="../media/image129.png"/><Relationship Id="rId1" Type="http://schemas.openxmlformats.org/officeDocument/2006/relationships/slideLayout" Target="../slideLayouts/slideLayout3.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8.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png"/><Relationship Id="rId18" Type="http://schemas.openxmlformats.org/officeDocument/2006/relationships/image" Target="../media/image145.png"/><Relationship Id="rId26" Type="http://schemas.openxmlformats.org/officeDocument/2006/relationships/image" Target="../media/image153.png"/><Relationship Id="rId3" Type="http://schemas.openxmlformats.org/officeDocument/2006/relationships/image" Target="../media/image130.png"/><Relationship Id="rId21" Type="http://schemas.openxmlformats.org/officeDocument/2006/relationships/image" Target="../media/image148.png"/><Relationship Id="rId7" Type="http://schemas.openxmlformats.org/officeDocument/2006/relationships/image" Target="../media/image134.png"/><Relationship Id="rId12" Type="http://schemas.openxmlformats.org/officeDocument/2006/relationships/image" Target="../media/image139.png"/><Relationship Id="rId17" Type="http://schemas.openxmlformats.org/officeDocument/2006/relationships/image" Target="../media/image144.png"/><Relationship Id="rId25" Type="http://schemas.openxmlformats.org/officeDocument/2006/relationships/image" Target="../media/image152.png"/><Relationship Id="rId2" Type="http://schemas.openxmlformats.org/officeDocument/2006/relationships/notesSlide" Target="../notesSlides/notesSlide8.xml"/><Relationship Id="rId16" Type="http://schemas.openxmlformats.org/officeDocument/2006/relationships/image" Target="../media/image143.png"/><Relationship Id="rId20" Type="http://schemas.openxmlformats.org/officeDocument/2006/relationships/image" Target="../media/image147.png"/><Relationship Id="rId29"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33.png"/><Relationship Id="rId11" Type="http://schemas.openxmlformats.org/officeDocument/2006/relationships/image" Target="../media/image138.png"/><Relationship Id="rId24" Type="http://schemas.openxmlformats.org/officeDocument/2006/relationships/image" Target="../media/image151.png"/><Relationship Id="rId5" Type="http://schemas.openxmlformats.org/officeDocument/2006/relationships/image" Target="../media/image132.png"/><Relationship Id="rId15" Type="http://schemas.openxmlformats.org/officeDocument/2006/relationships/image" Target="../media/image142.png"/><Relationship Id="rId23" Type="http://schemas.openxmlformats.org/officeDocument/2006/relationships/image" Target="../media/image150.png"/><Relationship Id="rId28" Type="http://schemas.openxmlformats.org/officeDocument/2006/relationships/image" Target="../media/image155.png"/><Relationship Id="rId10" Type="http://schemas.openxmlformats.org/officeDocument/2006/relationships/image" Target="../media/image137.png"/><Relationship Id="rId19" Type="http://schemas.openxmlformats.org/officeDocument/2006/relationships/image" Target="../media/image146.png"/><Relationship Id="rId4" Type="http://schemas.openxmlformats.org/officeDocument/2006/relationships/image" Target="../media/image131.png"/><Relationship Id="rId9" Type="http://schemas.openxmlformats.org/officeDocument/2006/relationships/image" Target="../media/image136.png"/><Relationship Id="rId14" Type="http://schemas.openxmlformats.org/officeDocument/2006/relationships/image" Target="../media/image141.png"/><Relationship Id="rId22" Type="http://schemas.openxmlformats.org/officeDocument/2006/relationships/image" Target="../media/image149.png"/><Relationship Id="rId27" Type="http://schemas.openxmlformats.org/officeDocument/2006/relationships/image" Target="../media/image154.png"/><Relationship Id="rId30" Type="http://schemas.openxmlformats.org/officeDocument/2006/relationships/image" Target="../media/image157.png"/></Relationships>
</file>

<file path=ppt/slides/_rels/slide9.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3" Type="http://schemas.openxmlformats.org/officeDocument/2006/relationships/image" Target="../media/image158.png"/><Relationship Id="rId7" Type="http://schemas.openxmlformats.org/officeDocument/2006/relationships/image" Target="../media/image162.png"/><Relationship Id="rId12" Type="http://schemas.openxmlformats.org/officeDocument/2006/relationships/image" Target="../media/image16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1.png"/><Relationship Id="rId11" Type="http://schemas.openxmlformats.org/officeDocument/2006/relationships/image" Target="../media/image166.png"/><Relationship Id="rId5" Type="http://schemas.openxmlformats.org/officeDocument/2006/relationships/image" Target="../media/image160.png"/><Relationship Id="rId15" Type="http://schemas.openxmlformats.org/officeDocument/2006/relationships/image" Target="../media/image170.pn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 Id="rId14" Type="http://schemas.openxmlformats.org/officeDocument/2006/relationships/image" Target="../media/image169.png"/></Relationships>
</file>

<file path=ppt/slides/_rels/slide10.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10.xml"/><Relationship Id="rId16" Type="http://schemas.openxmlformats.org/officeDocument/2006/relationships/image" Target="../media/image184.png"/><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1.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18" Type="http://schemas.openxmlformats.org/officeDocument/2006/relationships/image" Target="../media/image200.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11.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19" Type="http://schemas.openxmlformats.org/officeDocument/2006/relationships/image" Target="../media/image201.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/m/;</a:t>
            </a:r>
            <a:br>
              <a:rPr lang="en-US" sz="3000"/>
            </a:br>
            <a:r>
              <a:rPr lang="en-US" sz="3000"/>
              <a:t>mb</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34</a:t>
            </a:r>
            <a:endParaRPr/>
          </a:p>
        </p:txBody>
      </p:sp>
      <p:pic>
        <p:nvPicPr>
          <p:cNvPr id="653" name="Google Shape;653;p1"/>
          <p:cNvPicPr preferRelativeResize="0"/>
          <p:nvPr/>
        </p:nvPicPr>
        <p:blipFill rotWithShape="1">
          <a:blip r:embed="rId3">
            <a:alphaModFix/>
          </a:blip>
          <a:srcRect b="10"/>
          <a:stretch/>
        </p:blipFill>
        <p:spPr>
          <a:xfrm rot="540306">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{7ADA16CE-CD68-4888-A6A9-5BF407A3B095}</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/m/</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/m/</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15674" y="5256525"/>
            <a:ext cx="1457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890901"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046500" y="36327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434853" y="372470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461567" y="37447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4"/>
              </a:srgbClr>
            </a:outerShdw>
          </a:effectLst>
        </p:spPr>
      </p:pic>
      <p:pic>
        <p:nvPicPr>
          <p:cNvPr id="800" name="Google Shape;800;g2cdbdd49f8e_0_0"/>
          <p:cNvPicPr preferRelativeResize="0"/>
          <p:nvPr/>
        </p:nvPicPr>
        <p:blipFill rotWithShape="1">
          <a:blip r:embed="rId4">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5">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6">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7">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8">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9">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0">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1">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2">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3">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4">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9" name="Google Shape;819;g26b7edf6e71_0_109"/>
          <p:cNvGrpSpPr/>
          <p:nvPr/>
        </p:nvGrpSpPr>
        <p:grpSpPr>
          <a:xfrm>
            <a:off x="865957" y="2135925"/>
            <a:ext cx="7282807" cy="2686611"/>
            <a:chOff x="867357" y="2129450"/>
            <a:chExt cx="7282807" cy="2686611"/>
          </a:xfrm>
        </p:grpSpPr>
        <p:pic>
          <p:nvPicPr>
            <p:cNvPr id="820" name="Google Shape;82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0" name="Google Shape;840;g2c298d33e0c_0_6"/>
          <p:cNvGrpSpPr/>
          <p:nvPr/>
        </p:nvGrpSpPr>
        <p:grpSpPr>
          <a:xfrm>
            <a:off x="866900" y="2140884"/>
            <a:ext cx="7281864" cy="2684601"/>
            <a:chOff x="868300" y="2129450"/>
            <a:chExt cx="7281864" cy="2684601"/>
          </a:xfrm>
        </p:grpSpPr>
        <p:pic>
          <p:nvPicPr>
            <p:cNvPr id="841" name="Google Shape;84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5" name="Google Shape;84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5" name="Google Shape;875;g2c298da1f27_0_455"/>
          <p:cNvGrpSpPr/>
          <p:nvPr/>
        </p:nvGrpSpPr>
        <p:grpSpPr>
          <a:xfrm>
            <a:off x="868300" y="2129450"/>
            <a:ext cx="7281864" cy="2684601"/>
            <a:chOff x="868300" y="2053250"/>
            <a:chExt cx="7281864" cy="2684601"/>
          </a:xfrm>
        </p:grpSpPr>
        <p:pic>
          <p:nvPicPr>
            <p:cNvPr id="876" name="Google Shape;87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5" name="Google Shape;895;g2c298da1f27_1_0"/>
          <p:cNvGrpSpPr/>
          <p:nvPr/>
        </p:nvGrpSpPr>
        <p:grpSpPr>
          <a:xfrm>
            <a:off x="868300" y="2129450"/>
            <a:ext cx="7281864" cy="2688001"/>
            <a:chOff x="868300" y="2129450"/>
            <a:chExt cx="7281864" cy="2688001"/>
          </a:xfrm>
        </p:grpSpPr>
        <p:pic>
          <p:nvPicPr>
            <p:cNvPr id="896" name="Google Shape;89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6" name="Google Shape;90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7" name="Google Shape;90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8" name="Google Shape;90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9" name="Google Shape;90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dbdd193bb_0_343"/>
          <p:cNvSpPr txBox="1">
            <a:spLocks noGrp="1"/>
          </p:cNvSpPr>
          <p:nvPr>
            <p:ph type="title"/>
          </p:nvPr>
        </p:nvSpPr>
        <p:spPr>
          <a:xfrm>
            <a:off x="681500" y="582900"/>
            <a:ext cx="77808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a:t>
            </a:r>
            <a:r>
              <a:rPr lang="en-US" sz="2200"/>
              <a:t>.</a:t>
            </a:r>
            <a:endParaRPr sz="2200"/>
          </a:p>
        </p:txBody>
      </p:sp>
      <p:pic>
        <p:nvPicPr>
          <p:cNvPr id="916" name="Google Shape;916;g2cdbdd193bb_0_343"/>
          <p:cNvPicPr preferRelativeResize="0"/>
          <p:nvPr/>
        </p:nvPicPr>
        <p:blipFill rotWithShape="1">
          <a:blip r:embed="rId3">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4">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5">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6">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7">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8">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9">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0">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1">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2">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3">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4">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5">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6">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7">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8">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19">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9" name="Google Shape;93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0" name="Google Shape;940;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1" name="Google Shape;94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2" name="Google Shape;942;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m</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43" name="Google Shape;943;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m</a:t>
            </a:r>
            <a:r>
              <a:rPr lang="en-US" sz="5800" b="0" i="0" u="none" strike="noStrike" cap="none">
                <a:solidFill>
                  <a:srgbClr val="2356AF"/>
                </a:solidFill>
                <a:latin typeface="Jost"/>
                <a:ea typeface="Jost"/>
                <a:cs typeface="Jost"/>
                <a:sym typeface="Jost"/>
              </a:rPr>
              <a:t>ilk</a:t>
            </a:r>
            <a:endParaRPr sz="5800" b="0" i="0" u="none" strike="noStrike" cap="none">
              <a:solidFill>
                <a:srgbClr val="2356AF"/>
              </a:solidFill>
              <a:latin typeface="Jost"/>
              <a:ea typeface="Jost"/>
              <a:cs typeface="Jost"/>
              <a:sym typeface="Jost"/>
            </a:endParaRPr>
          </a:p>
        </p:txBody>
      </p:sp>
      <p:sp>
        <p:nvSpPr>
          <p:cNvPr id="944" name="Google Shape;944;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m</a:t>
            </a:r>
            <a:r>
              <a:rPr lang="en-US" sz="5800" b="0" i="0" u="none" strike="noStrike" cap="none">
                <a:solidFill>
                  <a:srgbClr val="2356AF"/>
                </a:solidFill>
                <a:latin typeface="Jost"/>
                <a:ea typeface="Jost"/>
                <a:cs typeface="Jost"/>
                <a:sym typeface="Jost"/>
              </a:rPr>
              <a:t>ug</a:t>
            </a:r>
            <a:endParaRPr sz="5800" b="0" i="0" u="none" strike="noStrike" cap="none">
              <a:solidFill>
                <a:srgbClr val="2356AF"/>
              </a:solidFill>
              <a:latin typeface="Jost"/>
              <a:ea typeface="Jost"/>
              <a:cs typeface="Jost"/>
              <a:sym typeface="Jost"/>
            </a:endParaRPr>
          </a:p>
        </p:txBody>
      </p:sp>
      <p:sp>
        <p:nvSpPr>
          <p:cNvPr id="945" name="Google Shape;945;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e5110c39a9_0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2" name="Google Shape;952;g2e5110c39a9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3" name="Google Shape;953;g2e5110c39a9_0_7"/>
          <p:cNvPicPr preferRelativeResize="0"/>
          <p:nvPr/>
        </p:nvPicPr>
        <p:blipFill rotWithShape="1">
          <a:blip r:embed="rId3">
            <a:alphaModFix/>
          </a:blip>
          <a:srcRect/>
          <a:stretch/>
        </p:blipFill>
        <p:spPr>
          <a:xfrm>
            <a:off x="1360488" y="996300"/>
            <a:ext cx="2818849" cy="3989961"/>
          </a:xfrm>
          <a:prstGeom prst="rect">
            <a:avLst/>
          </a:prstGeom>
          <a:noFill/>
          <a:ln>
            <a:noFill/>
          </a:ln>
          <a:effectLst>
            <a:outerShdw blurRad="142875" dist="19050" dir="5400000" algn="bl" rotWithShape="0">
              <a:srgbClr val="000000">
                <a:alpha val="27058"/>
              </a:srgbClr>
            </a:outerShdw>
          </a:effectLst>
        </p:spPr>
      </p:pic>
      <p:sp>
        <p:nvSpPr>
          <p:cNvPr id="954" name="Google Shape;954;g2e5110c39a9_0_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5" name="Google Shape;955;g2e5110c39a9_0_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cli</a:t>
            </a:r>
            <a:r>
              <a:rPr lang="en-US" sz="5800" b="0" i="0" u="none" strike="noStrike" cap="none">
                <a:solidFill>
                  <a:srgbClr val="1E8EE6"/>
                </a:solidFill>
                <a:latin typeface="Jost"/>
                <a:ea typeface="Jost"/>
                <a:cs typeface="Jost"/>
                <a:sym typeface="Jost"/>
              </a:rPr>
              <a:t>m</a:t>
            </a:r>
            <a:r>
              <a:rPr lang="en-US" sz="5800" b="0" i="0" u="none" strike="noStrike" cap="none">
                <a:solidFill>
                  <a:srgbClr val="D0CECE"/>
                </a:solidFill>
                <a:latin typeface="Jost"/>
                <a:ea typeface="Jost"/>
                <a:cs typeface="Jost"/>
                <a:sym typeface="Jost"/>
              </a:rPr>
              <a:t>b</a:t>
            </a:r>
            <a:r>
              <a:rPr lang="en-US" sz="5800" b="0" i="0" u="none" strike="noStrike" cap="none">
                <a:solidFill>
                  <a:srgbClr val="2356AF"/>
                </a:solidFill>
                <a:latin typeface="Jost"/>
                <a:ea typeface="Jost"/>
                <a:cs typeface="Jost"/>
                <a:sym typeface="Jost"/>
              </a:rPr>
              <a:t>er</a:t>
            </a:r>
            <a:endParaRPr sz="5800" b="0" i="0" u="none" strike="noStrike" cap="none">
              <a:solidFill>
                <a:srgbClr val="2356AF"/>
              </a:solidFill>
              <a:latin typeface="Jost"/>
              <a:ea typeface="Jost"/>
              <a:cs typeface="Jost"/>
              <a:sym typeface="Jost"/>
            </a:endParaRPr>
          </a:p>
        </p:txBody>
      </p:sp>
      <p:sp>
        <p:nvSpPr>
          <p:cNvPr id="956" name="Google Shape;956;g2e5110c39a9_0_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cru</a:t>
            </a:r>
            <a:r>
              <a:rPr lang="en-US" sz="5800" b="0" i="0" u="none" strike="noStrike" cap="none">
                <a:solidFill>
                  <a:srgbClr val="1E8EE6"/>
                </a:solidFill>
                <a:latin typeface="Jost"/>
                <a:ea typeface="Jost"/>
                <a:cs typeface="Jost"/>
                <a:sym typeface="Jost"/>
              </a:rPr>
              <a:t>m</a:t>
            </a:r>
            <a:r>
              <a:rPr lang="en-US" sz="5800" b="0" i="0" u="none" strike="noStrike" cap="none">
                <a:solidFill>
                  <a:srgbClr val="D0CECE"/>
                </a:solidFill>
                <a:latin typeface="Jost"/>
                <a:ea typeface="Jost"/>
                <a:cs typeface="Jost"/>
                <a:sym typeface="Jost"/>
              </a:rPr>
              <a:t>b</a:t>
            </a:r>
            <a:r>
              <a:rPr lang="en-US" sz="5800" b="0" i="0" u="none" strike="noStrike" cap="none">
                <a:solidFill>
                  <a:srgbClr val="2356AF"/>
                </a:solidFill>
                <a:latin typeface="Jost"/>
                <a:ea typeface="Jost"/>
                <a:cs typeface="Jost"/>
                <a:sym typeface="Jost"/>
              </a:rPr>
              <a:t>le</a:t>
            </a:r>
            <a:endParaRPr sz="5800" b="0" i="0" u="none" strike="noStrike" cap="none">
              <a:solidFill>
                <a:srgbClr val="2356AF"/>
              </a:solidFill>
              <a:latin typeface="Jost"/>
              <a:ea typeface="Jost"/>
              <a:cs typeface="Jost"/>
              <a:sym typeface="Jost"/>
            </a:endParaRPr>
          </a:p>
        </p:txBody>
      </p:sp>
      <p:sp>
        <p:nvSpPr>
          <p:cNvPr id="957" name="Google Shape;957;g2e5110c39a9_0_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bo</a:t>
            </a:r>
            <a:r>
              <a:rPr lang="en-US" sz="5800" b="0" i="0" u="none" strike="noStrike" cap="none">
                <a:solidFill>
                  <a:srgbClr val="1E8EE6"/>
                </a:solidFill>
                <a:latin typeface="Jost"/>
                <a:ea typeface="Jost"/>
                <a:cs typeface="Jost"/>
                <a:sym typeface="Jost"/>
              </a:rPr>
              <a:t>m</a:t>
            </a:r>
            <a:r>
              <a:rPr lang="en-US" sz="5800" b="0" i="0" u="none" strike="noStrike" cap="none">
                <a:solidFill>
                  <a:srgbClr val="D0CECE"/>
                </a:solidFill>
                <a:latin typeface="Jost"/>
                <a:ea typeface="Jost"/>
                <a:cs typeface="Jost"/>
                <a:sym typeface="Jost"/>
              </a:rPr>
              <a:t>b</a:t>
            </a:r>
            <a:endParaRPr sz="5800" b="0" i="0" u="none" strike="noStrike" cap="none">
              <a:solidFill>
                <a:srgbClr val="D0CECE"/>
              </a:solidFill>
              <a:latin typeface="Jost"/>
              <a:ea typeface="Jost"/>
              <a:cs typeface="Jost"/>
              <a:sym typeface="Jost"/>
            </a:endParaRPr>
          </a:p>
        </p:txBody>
      </p:sp>
      <p:sp>
        <p:nvSpPr>
          <p:cNvPr id="958" name="Google Shape;958;g2e5110c39a9_0_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34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5" name="Google Shape;96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2" name="Google Shape;97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3" name="Google Shape;973;g2c4fb7f6616_1_0"/>
          <p:cNvSpPr/>
          <p:nvPr/>
        </p:nvSpPr>
        <p:spPr>
          <a:xfrm>
            <a:off x="26610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4" name="Google Shape;97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5" name="Google Shape;975;g2c4fb7f6616_1_0"/>
          <p:cNvSpPr txBox="1">
            <a:spLocks noGrp="1"/>
          </p:cNvSpPr>
          <p:nvPr>
            <p:ph type="subTitle" idx="4294967295"/>
          </p:nvPr>
        </p:nvSpPr>
        <p:spPr>
          <a:xfrm>
            <a:off x="4194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76" name="Google Shape;976;g2c4fb7f6616_1_0"/>
          <p:cNvSpPr txBox="1">
            <a:spLocks noGrp="1"/>
          </p:cNvSpPr>
          <p:nvPr>
            <p:ph type="subTitle" idx="4294967295"/>
          </p:nvPr>
        </p:nvSpPr>
        <p:spPr>
          <a:xfrm>
            <a:off x="2091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77" name="Google Shape;97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5" name="Google Shape;985;g2c4fb7f6616_1_0"/>
          <p:cNvGrpSpPr/>
          <p:nvPr/>
        </p:nvGrpSpPr>
        <p:grpSpPr>
          <a:xfrm>
            <a:off x="-550" y="6984600"/>
            <a:ext cx="8596479" cy="808600"/>
            <a:chOff x="-550" y="6984600"/>
            <a:chExt cx="8596479" cy="808600"/>
          </a:xfrm>
        </p:grpSpPr>
        <p:sp>
          <p:nvSpPr>
            <p:cNvPr id="986" name="Google Shape;98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7" name="Google Shape;98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8" name="Google Shape;98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3" name="Google Shape;99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5" name="Google Shape;995;g2c4fb7f6616_1_0"/>
          <p:cNvSpPr txBox="1">
            <a:spLocks noGrp="1"/>
          </p:cNvSpPr>
          <p:nvPr>
            <p:ph type="subTitle" idx="4294967295"/>
          </p:nvPr>
        </p:nvSpPr>
        <p:spPr>
          <a:xfrm>
            <a:off x="55232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b</a:t>
            </a:r>
            <a:endParaRPr sz="15000" b="0" i="0" u="none" strike="noStrike" cap="none">
              <a:solidFill>
                <a:srgbClr val="D0CECE"/>
              </a:solidFill>
              <a:latin typeface="Jost"/>
              <a:ea typeface="Jost"/>
              <a:cs typeface="Jost"/>
              <a:sym typeface="Jost"/>
            </a:endParaRPr>
          </a:p>
        </p:txBody>
      </p:sp>
      <p:sp>
        <p:nvSpPr>
          <p:cNvPr id="996" name="Google Shape;996;g2c4fb7f6616_1_0"/>
          <p:cNvSpPr/>
          <p:nvPr/>
        </p:nvSpPr>
        <p:spPr>
          <a:xfrm>
            <a:off x="4454538" y="4011900"/>
            <a:ext cx="22455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4fb7f6616_1_0"/>
          <p:cNvSpPr/>
          <p:nvPr/>
        </p:nvSpPr>
        <p:spPr>
          <a:xfrm>
            <a:off x="355543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98" name="Google Shape;998;g2c4fb7f6616_1_0"/>
          <p:cNvSpPr txBox="1"/>
          <p:nvPr/>
        </p:nvSpPr>
        <p:spPr>
          <a:xfrm>
            <a:off x="2862735"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73853f3826_0_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5" name="Google Shape;1005;g273853f3826_0_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6" name="Google Shape;1006;g273853f3826_0_4"/>
          <p:cNvSpPr/>
          <p:nvPr/>
        </p:nvSpPr>
        <p:spPr>
          <a:xfrm>
            <a:off x="25467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73853f3826_0_4"/>
          <p:cNvSpPr/>
          <p:nvPr/>
        </p:nvSpPr>
        <p:spPr>
          <a:xfrm>
            <a:off x="3636338"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8" name="Google Shape;1008;g273853f3826_0_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9" name="Google Shape;1009;g273853f3826_0_4"/>
          <p:cNvSpPr txBox="1">
            <a:spLocks noGrp="1"/>
          </p:cNvSpPr>
          <p:nvPr>
            <p:ph type="subTitle" idx="4294967295"/>
          </p:nvPr>
        </p:nvSpPr>
        <p:spPr>
          <a:xfrm>
            <a:off x="4308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10" name="Google Shape;1010;g273853f3826_0_4"/>
          <p:cNvSpPr txBox="1">
            <a:spLocks noGrp="1"/>
          </p:cNvSpPr>
          <p:nvPr>
            <p:ph type="subTitle" idx="4294967295"/>
          </p:nvPr>
        </p:nvSpPr>
        <p:spPr>
          <a:xfrm>
            <a:off x="19770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11" name="Google Shape;1011;g273853f3826_0_4"/>
          <p:cNvSpPr txBox="1">
            <a:spLocks noGrp="1"/>
          </p:cNvSpPr>
          <p:nvPr>
            <p:ph type="subTitle" idx="4294967295"/>
          </p:nvPr>
        </p:nvSpPr>
        <p:spPr>
          <a:xfrm>
            <a:off x="30666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o</a:t>
            </a:r>
            <a:endParaRPr sz="15000" b="0" i="0" u="none" strike="noStrike" cap="none">
              <a:solidFill>
                <a:srgbClr val="815138"/>
              </a:solidFill>
              <a:latin typeface="Jost"/>
              <a:ea typeface="Jost"/>
              <a:cs typeface="Jost"/>
              <a:sym typeface="Jost"/>
            </a:endParaRPr>
          </a:p>
        </p:txBody>
      </p:sp>
      <p:sp>
        <p:nvSpPr>
          <p:cNvPr id="1012" name="Google Shape;1012;g273853f3826_0_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73853f3826_0_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73853f3826_0_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73853f3826_0_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73853f3826_0_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73853f3826_0_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73853f3826_0_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73853f3826_0_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0" name="Google Shape;1020;g273853f3826_0_4"/>
          <p:cNvGrpSpPr/>
          <p:nvPr/>
        </p:nvGrpSpPr>
        <p:grpSpPr>
          <a:xfrm>
            <a:off x="-550" y="6984600"/>
            <a:ext cx="8596479" cy="808600"/>
            <a:chOff x="-550" y="6984600"/>
            <a:chExt cx="8596479" cy="808600"/>
          </a:xfrm>
        </p:grpSpPr>
        <p:sp>
          <p:nvSpPr>
            <p:cNvPr id="1021" name="Google Shape;1021;g273853f3826_0_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2" name="Google Shape;1022;g273853f3826_0_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3" name="Google Shape;1023;g273853f3826_0_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4" name="Google Shape;1024;g273853f3826_0_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5" name="Google Shape;1025;g273853f3826_0_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6" name="Google Shape;1026;g273853f3826_0_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7" name="Google Shape;1027;g273853f3826_0_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8" name="Google Shape;1028;g273853f3826_0_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9" name="Google Shape;1029;g273853f3826_0_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0" name="Google Shape;1030;g273853f3826_0_4"/>
          <p:cNvSpPr txBox="1">
            <a:spLocks noGrp="1"/>
          </p:cNvSpPr>
          <p:nvPr>
            <p:ph type="subTitle" idx="4294967295"/>
          </p:nvPr>
        </p:nvSpPr>
        <p:spPr>
          <a:xfrm>
            <a:off x="56375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b</a:t>
            </a:r>
            <a:endParaRPr sz="15000" b="0" i="0" u="none" strike="noStrike" cap="none">
              <a:solidFill>
                <a:srgbClr val="D0CECE"/>
              </a:solidFill>
              <a:latin typeface="Jost"/>
              <a:ea typeface="Jost"/>
              <a:cs typeface="Jost"/>
              <a:sym typeface="Jost"/>
            </a:endParaRPr>
          </a:p>
        </p:txBody>
      </p:sp>
      <p:sp>
        <p:nvSpPr>
          <p:cNvPr id="1031" name="Google Shape;1031;g273853f3826_0_4"/>
          <p:cNvSpPr/>
          <p:nvPr/>
        </p:nvSpPr>
        <p:spPr>
          <a:xfrm>
            <a:off x="4568838" y="4011900"/>
            <a:ext cx="22455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8" name="Google Shape;103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5" name="Google Shape;104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6" name="Google Shape;1046;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7" name="Google Shape;104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4" name="Google Shape;105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5" name="Google Shape;105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6" name="Google Shape;105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3" name="Google Shape;106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4" name="Google Shape;1064;g26b641b03cd_0_213"/>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5" name="Google Shape;106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2" name="Google Shape;107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3" name="Google Shape;107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4" name="Google Shape;107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6b641b03cd_0_301"/>
          <p:cNvSpPr txBox="1">
            <a:spLocks noGrp="1"/>
          </p:cNvSpPr>
          <p:nvPr>
            <p:ph type="title"/>
          </p:nvPr>
        </p:nvSpPr>
        <p:spPr>
          <a:xfrm>
            <a:off x="769675" y="5568500"/>
            <a:ext cx="7604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1" name="Google Shape;108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2" name="Google Shape;108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3" name="Google Shape;1083;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0" name="Google Shape;109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1" name="Google Shape;1091;g26b641b03cd_0_308"/>
          <p:cNvSpPr txBox="1">
            <a:spLocks noGrp="1"/>
          </p:cNvSpPr>
          <p:nvPr>
            <p:ph type="title"/>
          </p:nvPr>
        </p:nvSpPr>
        <p:spPr>
          <a:xfrm>
            <a:off x="864850" y="5568500"/>
            <a:ext cx="741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92" name="Google Shape;1092;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9" name="Google Shape;109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0" name="Google Shape;1100;g1f3daf8a844_0_64"/>
          <p:cNvGrpSpPr/>
          <p:nvPr/>
        </p:nvGrpSpPr>
        <p:grpSpPr>
          <a:xfrm>
            <a:off x="3024000" y="209875"/>
            <a:ext cx="3096000" cy="454800"/>
            <a:chOff x="3024000" y="209875"/>
            <a:chExt cx="3096000" cy="454800"/>
          </a:xfrm>
        </p:grpSpPr>
        <p:sp>
          <p:nvSpPr>
            <p:cNvPr id="1101" name="Google Shape;110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2" name="Google Shape;110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3" name="Google Shape;110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4" name="Google Shape;110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5" name="Google Shape;110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6" name="Google Shape;110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7" name="Google Shape;110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8" name="Google Shape;110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9" name="Google Shape;110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0" name="Google Shape;111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3" name="Google Shape;1113;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16" name="Google Shape;111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7" name="Google Shape;1117;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18" name="Google Shape;1118;g1f3daf8a844_0_64"/>
          <p:cNvSpPr txBox="1"/>
          <p:nvPr/>
        </p:nvSpPr>
        <p:spPr>
          <a:xfrm>
            <a:off x="5792477" y="219358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19" name="Google Shape;111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g273853f3826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6" name="Google Shape;1126;g273853f3826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7" name="Google Shape;1127;g273853f3826_0_43"/>
          <p:cNvGrpSpPr/>
          <p:nvPr/>
        </p:nvGrpSpPr>
        <p:grpSpPr>
          <a:xfrm>
            <a:off x="3024000" y="209875"/>
            <a:ext cx="3096000" cy="454800"/>
            <a:chOff x="3024000" y="209875"/>
            <a:chExt cx="3096000" cy="454800"/>
          </a:xfrm>
        </p:grpSpPr>
        <p:sp>
          <p:nvSpPr>
            <p:cNvPr id="1128" name="Google Shape;1128;g273853f3826_0_4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9" name="Google Shape;1129;g273853f3826_0_4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0" name="Google Shape;1130;g273853f3826_0_4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1" name="Google Shape;1131;g273853f3826_0_4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2" name="Google Shape;1132;g273853f3826_0_4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273853f3826_0_4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273853f3826_0_4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5" name="Google Shape;1135;g273853f3826_0_4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6" name="Google Shape;1136;g273853f3826_0_4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bomb climb comb crumb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mb limb</a:t>
            </a:r>
            <a:endParaRPr sz="1800" b="0" i="0" u="none" strike="noStrike" cap="none">
              <a:solidFill>
                <a:srgbClr val="B7B7B7"/>
              </a:solidFill>
              <a:latin typeface="Jost"/>
              <a:ea typeface="Jost"/>
              <a:cs typeface="Jost"/>
              <a:sym typeface="Jost"/>
            </a:endParaRPr>
          </a:p>
        </p:txBody>
      </p:sp>
      <p:sp>
        <p:nvSpPr>
          <p:cNvPr id="1137" name="Google Shape;1137;g273853f3826_0_4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8" name="Google Shape;1138;g273853f3826_0_4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9" name="Google Shape;1139;g273853f3826_0_4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0" name="Google Shape;1140;g273853f3826_0_4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141" name="Google Shape;1141;g273853f3826_0_4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2" name="Google Shape;1142;g273853f3826_0_4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3" name="Google Shape;1143;g273853f3826_0_43"/>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4" name="Google Shape;1144;g273853f3826_0_43"/>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5" name="Google Shape;1145;g273853f3826_0_43"/>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46" name="Google Shape;1146;g273853f3826_0_4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7" name="Google Shape;1147;g273853f3826_0_4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48" name="Google Shape;1148;g273853f3826_0_43"/>
          <p:cNvSpPr txBox="1"/>
          <p:nvPr/>
        </p:nvSpPr>
        <p:spPr>
          <a:xfrm>
            <a:off x="5792477" y="219358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479</Words>
  <Application>Microsoft Office PowerPoint</Application>
  <PresentationFormat>On-screen Show (4:3)</PresentationFormat>
  <Paragraphs>163</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Jost</vt:lpstr>
      <vt:lpstr>Poppins</vt:lpstr>
      <vt:lpstr>Nunito Black</vt:lpstr>
      <vt:lpstr>Poppins SemiBold</vt:lpstr>
      <vt:lpstr>Calibri</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2026-05-27T03:45:15Z</dcterms:modified>
</cp:coreProperties>
</file>