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j/372yxrs8ZNY9SRfkFCf9llsn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D76EAE-34E8-417A-8377-4D99E67BF07D}">
  <a:tblStyle styleId="{22D76EAE-34E8-417A-8377-4D99E67BF07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16.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McNally" userId="f41ca301-1e42-4df6-b366-de7a1f7b738f" providerId="ADAL" clId="{6CFED5F7-CA71-4C86-9636-282E33979310}"/>
    <pc:docChg chg="delSld">
      <pc:chgData name="Lauren McNally" userId="f41ca301-1e42-4df6-b366-de7a1f7b738f" providerId="ADAL" clId="{6CFED5F7-CA71-4C86-9636-282E33979310}" dt="2026-04-28T02:47:18.660" v="1" actId="2696"/>
      <pc:docMkLst>
        <pc:docMk/>
      </pc:docMkLst>
      <pc:sldChg chg="del">
        <pc:chgData name="Lauren McNally" userId="f41ca301-1e42-4df6-b366-de7a1f7b738f" providerId="ADAL" clId="{6CFED5F7-CA71-4C86-9636-282E33979310}" dt="2026-04-28T02:47:15.876" v="0" actId="2696"/>
        <pc:sldMkLst>
          <pc:docMk/>
          <pc:sldMk cId="0" sldId="279"/>
        </pc:sldMkLst>
      </pc:sldChg>
      <pc:sldChg chg="del">
        <pc:chgData name="Lauren McNally" userId="f41ca301-1e42-4df6-b366-de7a1f7b738f" providerId="ADAL" clId="{6CFED5F7-CA71-4C86-9636-282E33979310}" dt="2026-04-28T02:47:18.660" v="1" actId="2696"/>
        <pc:sldMkLst>
          <pc:docMk/>
          <pc:sldMk cId="0" sldId="280"/>
        </pc:sldMkLst>
      </pc:sldChg>
      <pc:sldMasterChg chg="delSldLayout">
        <pc:chgData name="Lauren McNally" userId="f41ca301-1e42-4df6-b366-de7a1f7b738f" providerId="ADAL" clId="{6CFED5F7-CA71-4C86-9636-282E33979310}" dt="2026-04-28T02:47:18.660" v="1" actId="2696"/>
        <pc:sldMasterMkLst>
          <pc:docMk/>
          <pc:sldMasterMk cId="0" sldId="2147483648"/>
        </pc:sldMasterMkLst>
        <pc:sldLayoutChg chg="del">
          <pc:chgData name="Lauren McNally" userId="f41ca301-1e42-4df6-b366-de7a1f7b738f" providerId="ADAL" clId="{6CFED5F7-CA71-4C86-9636-282E33979310}" dt="2026-04-28T02:47:15.876" v="0" actId="2696"/>
          <pc:sldLayoutMkLst>
            <pc:docMk/>
            <pc:sldMasterMk cId="0" sldId="2147483648"/>
            <pc:sldLayoutMk cId="0" sldId="2147483653"/>
          </pc:sldLayoutMkLst>
        </pc:sldLayoutChg>
        <pc:sldLayoutChg chg="del">
          <pc:chgData name="Lauren McNally" userId="f41ca301-1e42-4df6-b366-de7a1f7b738f" providerId="ADAL" clId="{6CFED5F7-CA71-4C86-9636-282E33979310}" dt="2026-04-28T02:47:18.660" v="1" actId="2696"/>
          <pc:sldLayoutMkLst>
            <pc:docMk/>
            <pc:sldMasterMk cId="0" sldId="2147483648"/>
            <pc:sldLayoutMk cId="0" sldId="214748365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1" name="Google Shape;71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31b17adccb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31b17adccb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31b17adccb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d05d1b5e0d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g2d05d1b5e0d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g2d05d1b5e0d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d9de0ff45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d9de0ff45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d9de0ff45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8" name="Google Shape;83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9" name="Google Shape;83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d05d1b5e0d_0_15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d05d1b5e0d_0_15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d05d1b5e0d_0_15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d05d1b5e0d_0_15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d05d1b5e0d_0_15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d05d1b5e0d_0_15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d05d1b5e0d_0_16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d05d1b5e0d_0_16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d05d1b5e0d_0_16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 name="Google Shape;59;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grpSp>
        <p:nvGrpSpPr>
          <p:cNvPr id="88" name="Google Shape;88;g26b641b03cd_1_92"/>
          <p:cNvGrpSpPr/>
          <p:nvPr/>
        </p:nvGrpSpPr>
        <p:grpSpPr>
          <a:xfrm>
            <a:off x="-36800" y="-52000"/>
            <a:ext cx="9236100" cy="543750"/>
            <a:chOff x="-36800" y="-52000"/>
            <a:chExt cx="9236100" cy="54375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565600" y="88250"/>
              <a:ext cx="1337400" cy="403500"/>
              <a:chOff x="565600" y="88250"/>
              <a:chExt cx="1337400" cy="403500"/>
            </a:xfrm>
          </p:grpSpPr>
          <p:grpSp>
            <p:nvGrpSpPr>
              <p:cNvPr id="91" name="Google Shape;91;g26b641b03cd_1_92"/>
              <p:cNvGrpSpPr/>
              <p:nvPr/>
            </p:nvGrpSpPr>
            <p:grpSpPr>
              <a:xfrm>
                <a:off x="565600" y="88250"/>
                <a:ext cx="1337400" cy="403500"/>
                <a:chOff x="565600" y="88250"/>
                <a:chExt cx="1337400" cy="403500"/>
              </a:xfrm>
            </p:grpSpPr>
            <p:sp>
              <p:nvSpPr>
                <p:cNvPr id="92" name="Google Shape;92;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 name="Google Shape;93;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4" name="Google Shape;94;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5" name="Google Shape;95;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5"/>
        <p:cNvGrpSpPr/>
        <p:nvPr/>
      </p:nvGrpSpPr>
      <p:grpSpPr>
        <a:xfrm>
          <a:off x="0" y="0"/>
          <a:ext cx="0" cy="0"/>
          <a:chOff x="0" y="0"/>
          <a:chExt cx="0" cy="0"/>
        </a:xfrm>
      </p:grpSpPr>
      <p:sp>
        <p:nvSpPr>
          <p:cNvPr id="106" name="Google Shape;106;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2" name="Google Shape;112;g26b641b03cd_0_33"/>
          <p:cNvGrpSpPr/>
          <p:nvPr/>
        </p:nvGrpSpPr>
        <p:grpSpPr>
          <a:xfrm>
            <a:off x="662575" y="6212475"/>
            <a:ext cx="586800" cy="571500"/>
            <a:chOff x="662575" y="6212475"/>
            <a:chExt cx="586800" cy="571500"/>
          </a:xfrm>
        </p:grpSpPr>
        <p:sp>
          <p:nvSpPr>
            <p:cNvPr id="113" name="Google Shape;113;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6" name="Google Shape;116;g26b641b03cd_0_33"/>
          <p:cNvGrpSpPr/>
          <p:nvPr/>
        </p:nvGrpSpPr>
        <p:grpSpPr>
          <a:xfrm>
            <a:off x="7894350" y="6212475"/>
            <a:ext cx="586800" cy="571500"/>
            <a:chOff x="7894350" y="6212475"/>
            <a:chExt cx="586800" cy="571500"/>
          </a:xfrm>
        </p:grpSpPr>
        <p:sp>
          <p:nvSpPr>
            <p:cNvPr id="117" name="Google Shape;117;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 name="Google Shape;118;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0" name="Google Shape;12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 'a'</a:t>
            </a:r>
            <a:endParaRPr sz="1800" b="0" i="0" u="none" strike="noStrike" cap="none">
              <a:solidFill>
                <a:srgbClr val="FFFFFF"/>
              </a:solidFill>
              <a:latin typeface="Poppins SemiBold"/>
              <a:ea typeface="Poppins SemiBold"/>
              <a:cs typeface="Poppins SemiBold"/>
              <a:sym typeface="Poppins SemiBold"/>
            </a:endParaRPr>
          </a:p>
        </p:txBody>
      </p:sp>
      <p:sp>
        <p:nvSpPr>
          <p:cNvPr id="121" name="Google Shape;12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7 - Monday</a:t>
            </a:r>
            <a:endParaRPr sz="1800" b="0" i="0" u="none" strike="noStrike" cap="none">
              <a:solidFill>
                <a:srgbClr val="F7941D"/>
              </a:solidFill>
              <a:latin typeface="Poppins Medium"/>
              <a:ea typeface="Poppins Medium"/>
              <a:cs typeface="Poppins Medium"/>
              <a:sym typeface="Poppins Medium"/>
            </a:endParaRPr>
          </a:p>
        </p:txBody>
      </p:sp>
      <p:sp>
        <p:nvSpPr>
          <p:cNvPr id="122" name="Google Shape;12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31</a:t>
            </a:r>
            <a:endParaRPr sz="1800" b="0" i="0" u="none" strike="noStrike" cap="none">
              <a:solidFill>
                <a:srgbClr val="F7941D"/>
              </a:solidFill>
              <a:latin typeface="Poppins Medium"/>
              <a:ea typeface="Poppins Medium"/>
              <a:cs typeface="Poppins Medium"/>
              <a:sym typeface="Poppins Medium"/>
            </a:endParaRPr>
          </a:p>
        </p:txBody>
      </p:sp>
      <p:sp>
        <p:nvSpPr>
          <p:cNvPr id="123" name="Google Shape;123;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4" name="Google Shape;12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5" name="Google Shape;12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6" name="Google Shape;12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7" name="Google Shape;12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2"/>
        <p:cNvGrpSpPr/>
        <p:nvPr/>
      </p:nvGrpSpPr>
      <p:grpSpPr>
        <a:xfrm>
          <a:off x="0" y="0"/>
          <a:ext cx="0" cy="0"/>
          <a:chOff x="0" y="0"/>
          <a:chExt cx="0" cy="0"/>
        </a:xfrm>
      </p:grpSpPr>
      <p:sp>
        <p:nvSpPr>
          <p:cNvPr id="163" name="Google Shape;163;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4" name="Google Shape;164;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65" name="Google Shape;165;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6" name="Google Shape;166;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72" name="Google Shape;17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73" name="Google Shape;173;g26b641b03cd_0_260"/>
          <p:cNvGrpSpPr/>
          <p:nvPr/>
        </p:nvGrpSpPr>
        <p:grpSpPr>
          <a:xfrm>
            <a:off x="-36800" y="-52000"/>
            <a:ext cx="9236100" cy="543750"/>
            <a:chOff x="-36800" y="-52000"/>
            <a:chExt cx="9236100" cy="543750"/>
          </a:xfrm>
        </p:grpSpPr>
        <p:sp>
          <p:nvSpPr>
            <p:cNvPr id="174" name="Google Shape;174;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5" name="Google Shape;175;g26b641b03cd_0_260"/>
            <p:cNvGrpSpPr/>
            <p:nvPr/>
          </p:nvGrpSpPr>
          <p:grpSpPr>
            <a:xfrm>
              <a:off x="565600" y="88250"/>
              <a:ext cx="1337400" cy="403500"/>
              <a:chOff x="565600" y="88250"/>
              <a:chExt cx="1337400" cy="403500"/>
            </a:xfrm>
          </p:grpSpPr>
          <p:grpSp>
            <p:nvGrpSpPr>
              <p:cNvPr id="176" name="Google Shape;176;g26b641b03cd_0_260"/>
              <p:cNvGrpSpPr/>
              <p:nvPr/>
            </p:nvGrpSpPr>
            <p:grpSpPr>
              <a:xfrm>
                <a:off x="565600" y="88250"/>
                <a:ext cx="1337400" cy="403500"/>
                <a:chOff x="565600" y="88250"/>
                <a:chExt cx="1337400" cy="403500"/>
              </a:xfrm>
            </p:grpSpPr>
            <p:sp>
              <p:nvSpPr>
                <p:cNvPr id="177" name="Google Shape;177;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 name="Google Shape;178;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79" name="Google Shape;179;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80" name="Google Shape;180;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7" name="Google Shape;187;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9" name="Google Shape;18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0"/>
        <p:cNvGrpSpPr/>
        <p:nvPr/>
      </p:nvGrpSpPr>
      <p:grpSpPr>
        <a:xfrm>
          <a:off x="0" y="0"/>
          <a:ext cx="0" cy="0"/>
          <a:chOff x="0" y="0"/>
          <a:chExt cx="0" cy="0"/>
        </a:xfrm>
      </p:grpSpPr>
      <p:sp>
        <p:nvSpPr>
          <p:cNvPr id="191" name="Google Shape;19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2" name="Google Shape;19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98" name="Google Shape;198;g2c235dd0dad_1_87"/>
          <p:cNvGrpSpPr/>
          <p:nvPr/>
        </p:nvGrpSpPr>
        <p:grpSpPr>
          <a:xfrm>
            <a:off x="662575" y="6212475"/>
            <a:ext cx="586800" cy="571500"/>
            <a:chOff x="662575" y="6212475"/>
            <a:chExt cx="586800" cy="571500"/>
          </a:xfrm>
        </p:grpSpPr>
        <p:sp>
          <p:nvSpPr>
            <p:cNvPr id="199" name="Google Shape;19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2" name="Google Shape;202;g2c235dd0dad_1_87"/>
          <p:cNvGrpSpPr/>
          <p:nvPr/>
        </p:nvGrpSpPr>
        <p:grpSpPr>
          <a:xfrm>
            <a:off x="7894350" y="6212475"/>
            <a:ext cx="586800" cy="571500"/>
            <a:chOff x="7894350" y="6212475"/>
            <a:chExt cx="586800" cy="571500"/>
          </a:xfrm>
        </p:grpSpPr>
        <p:sp>
          <p:nvSpPr>
            <p:cNvPr id="203" name="Google Shape;20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6" name="Google Shape;20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8" name="Google Shape;20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0" name="Google Shape;21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1" name="Google Shape;21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2" name="Google Shape;21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3" name="Google Shape;21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4" name="Google Shape;21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5" name="Google Shape;21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6" name="Google Shape;21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7" name="Google Shape;21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8" name="Google Shape;21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9" name="Google Shape;21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0" name="Google Shape;22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1" name="Google Shape;22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2"/>
        <p:cNvGrpSpPr/>
        <p:nvPr/>
      </p:nvGrpSpPr>
      <p:grpSpPr>
        <a:xfrm>
          <a:off x="0" y="0"/>
          <a:ext cx="0" cy="0"/>
          <a:chOff x="0" y="0"/>
          <a:chExt cx="0" cy="0"/>
        </a:xfrm>
      </p:grpSpPr>
      <p:sp>
        <p:nvSpPr>
          <p:cNvPr id="223" name="Google Shape;22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4" name="Google Shape;24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5" name="Google Shape;24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6" name="Google Shape;24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7" name="Google Shape;24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8" name="Google Shape;24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0" name="Google Shape;25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1" name="Google Shape;25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2"/>
        <p:cNvGrpSpPr/>
        <p:nvPr/>
      </p:nvGrpSpPr>
      <p:grpSpPr>
        <a:xfrm>
          <a:off x="0" y="0"/>
          <a:ext cx="0" cy="0"/>
          <a:chOff x="0" y="0"/>
          <a:chExt cx="0" cy="0"/>
        </a:xfrm>
      </p:grpSpPr>
      <p:sp>
        <p:nvSpPr>
          <p:cNvPr id="253" name="Google Shape;25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9" name="Google Shape;259;g2c157a2fb06_0_53"/>
          <p:cNvGrpSpPr/>
          <p:nvPr/>
        </p:nvGrpSpPr>
        <p:grpSpPr>
          <a:xfrm>
            <a:off x="662575" y="6212475"/>
            <a:ext cx="586800" cy="571500"/>
            <a:chOff x="662575" y="6212475"/>
            <a:chExt cx="586800" cy="571500"/>
          </a:xfrm>
        </p:grpSpPr>
        <p:sp>
          <p:nvSpPr>
            <p:cNvPr id="260" name="Google Shape;26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3" name="Google Shape;263;g2c157a2fb06_0_53"/>
          <p:cNvGrpSpPr/>
          <p:nvPr/>
        </p:nvGrpSpPr>
        <p:grpSpPr>
          <a:xfrm>
            <a:off x="7894350" y="6212475"/>
            <a:ext cx="586800" cy="571500"/>
            <a:chOff x="7894350" y="6212475"/>
            <a:chExt cx="586800" cy="571500"/>
          </a:xfrm>
        </p:grpSpPr>
        <p:sp>
          <p:nvSpPr>
            <p:cNvPr id="264" name="Google Shape;26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7" name="Google Shape;26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8" name="Google Shape;26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1" name="Google Shape;27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3" name="Google Shape;27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4" name="Google Shape;27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5" name="Google Shape;27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6" name="Google Shape;27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8" name="Google Shape;27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9" name="Google Shape;27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3" name="Google Shape;283;g2c157a2fb06_0_53"/>
          <p:cNvGrpSpPr/>
          <p:nvPr/>
        </p:nvGrpSpPr>
        <p:grpSpPr>
          <a:xfrm>
            <a:off x="1403031" y="6958923"/>
            <a:ext cx="6774848" cy="1291477"/>
            <a:chOff x="717231" y="7263723"/>
            <a:chExt cx="6774848" cy="1291477"/>
          </a:xfrm>
        </p:grpSpPr>
        <p:sp>
          <p:nvSpPr>
            <p:cNvPr id="284" name="Google Shape;28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5" name="Google Shape;28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6" name="Google Shape;28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2" name="Google Shape;29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5" name="Google Shape;29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6" name="Google Shape;29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7"/>
        <p:cNvGrpSpPr/>
        <p:nvPr/>
      </p:nvGrpSpPr>
      <p:grpSpPr>
        <a:xfrm>
          <a:off x="0" y="0"/>
          <a:ext cx="0" cy="0"/>
          <a:chOff x="0" y="0"/>
          <a:chExt cx="0" cy="0"/>
        </a:xfrm>
      </p:grpSpPr>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2" name="Google Shape;30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5" name="Google Shape;305;g2c157a2fb06_0_158"/>
          <p:cNvGrpSpPr/>
          <p:nvPr/>
        </p:nvGrpSpPr>
        <p:grpSpPr>
          <a:xfrm>
            <a:off x="662575" y="6212475"/>
            <a:ext cx="586800" cy="571500"/>
            <a:chOff x="662575" y="6212475"/>
            <a:chExt cx="586800" cy="571500"/>
          </a:xfrm>
        </p:grpSpPr>
        <p:sp>
          <p:nvSpPr>
            <p:cNvPr id="306" name="Google Shape;30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9" name="Google Shape;309;g2c157a2fb06_0_158"/>
          <p:cNvGrpSpPr/>
          <p:nvPr/>
        </p:nvGrpSpPr>
        <p:grpSpPr>
          <a:xfrm>
            <a:off x="7894350" y="6212475"/>
            <a:ext cx="586800" cy="571500"/>
            <a:chOff x="7894350" y="6212475"/>
            <a:chExt cx="586800" cy="571500"/>
          </a:xfrm>
        </p:grpSpPr>
        <p:sp>
          <p:nvSpPr>
            <p:cNvPr id="310" name="Google Shape;31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3" name="Google Shape;31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4" name="Google Shape;31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5" name="Google Shape;31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7" name="Google Shape;31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9" name="Google Shape;31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0" name="Google Shape;32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1" name="Google Shape;32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2" name="Google Shape;32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5" name="Google Shape;32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6"/>
        <p:cNvGrpSpPr/>
        <p:nvPr/>
      </p:nvGrpSpPr>
      <p:grpSpPr>
        <a:xfrm>
          <a:off x="0" y="0"/>
          <a:ext cx="0" cy="0"/>
          <a:chOff x="0" y="0"/>
          <a:chExt cx="0" cy="0"/>
        </a:xfrm>
      </p:grpSpPr>
      <p:sp>
        <p:nvSpPr>
          <p:cNvPr id="327" name="Google Shape;32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3" name="Google Shape;333;g2c157a2fb06_0_263"/>
          <p:cNvGrpSpPr/>
          <p:nvPr/>
        </p:nvGrpSpPr>
        <p:grpSpPr>
          <a:xfrm>
            <a:off x="662575" y="6212475"/>
            <a:ext cx="586800" cy="571500"/>
            <a:chOff x="662575" y="6212475"/>
            <a:chExt cx="586800" cy="571500"/>
          </a:xfrm>
        </p:grpSpPr>
        <p:sp>
          <p:nvSpPr>
            <p:cNvPr id="334" name="Google Shape;33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7" name="Google Shape;337;g2c157a2fb06_0_263"/>
          <p:cNvGrpSpPr/>
          <p:nvPr/>
        </p:nvGrpSpPr>
        <p:grpSpPr>
          <a:xfrm>
            <a:off x="7894350" y="6212475"/>
            <a:ext cx="586800" cy="571500"/>
            <a:chOff x="7894350" y="6212475"/>
            <a:chExt cx="586800" cy="571500"/>
          </a:xfrm>
        </p:grpSpPr>
        <p:sp>
          <p:nvSpPr>
            <p:cNvPr id="338" name="Google Shape;33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1" name="Google Shape;34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2" name="Google Shape;34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3" name="Google Shape;34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5" name="Google Shape;34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7" name="Google Shape;34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48" name="Google Shape;34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9" name="Google Shape;34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a:spLocks noGrp="1"/>
          </p:cNvSpPr>
          <p:nvPr>
            <p:ph type="pic" idx="8"/>
          </p:nvPr>
        </p:nvSpPr>
        <p:spPr>
          <a:xfrm>
            <a:off x="5086375" y="4412425"/>
            <a:ext cx="2668800" cy="1291500"/>
          </a:xfrm>
          <a:prstGeom prst="rect">
            <a:avLst/>
          </a:prstGeom>
          <a:noFill/>
          <a:ln>
            <a:noFill/>
          </a:ln>
        </p:spPr>
      </p:sp>
      <p:sp>
        <p:nvSpPr>
          <p:cNvPr id="353" name="Google Shape;353;g2c157a2fb06_0_263"/>
          <p:cNvSpPr>
            <a:spLocks noGrp="1"/>
          </p:cNvSpPr>
          <p:nvPr>
            <p:ph type="pic" idx="9"/>
          </p:nvPr>
        </p:nvSpPr>
        <p:spPr>
          <a:xfrm>
            <a:off x="5086375" y="797675"/>
            <a:ext cx="2668800" cy="1291500"/>
          </a:xfrm>
          <a:prstGeom prst="rect">
            <a:avLst/>
          </a:prstGeom>
          <a:noFill/>
          <a:ln>
            <a:noFill/>
          </a:ln>
        </p:spPr>
      </p:sp>
      <p:sp>
        <p:nvSpPr>
          <p:cNvPr id="354" name="Google Shape;354;g2c157a2fb06_0_263"/>
          <p:cNvSpPr>
            <a:spLocks noGrp="1"/>
          </p:cNvSpPr>
          <p:nvPr>
            <p:ph type="pic" idx="13"/>
          </p:nvPr>
        </p:nvSpPr>
        <p:spPr>
          <a:xfrm>
            <a:off x="5086375" y="2002592"/>
            <a:ext cx="2668800" cy="1291500"/>
          </a:xfrm>
          <a:prstGeom prst="rect">
            <a:avLst/>
          </a:prstGeom>
          <a:noFill/>
          <a:ln>
            <a:noFill/>
          </a:ln>
        </p:spPr>
      </p:sp>
      <p:sp>
        <p:nvSpPr>
          <p:cNvPr id="355" name="Google Shape;355;g2c157a2fb06_0_263"/>
          <p:cNvSpPr>
            <a:spLocks noGrp="1"/>
          </p:cNvSpPr>
          <p:nvPr>
            <p:ph type="pic" idx="14"/>
          </p:nvPr>
        </p:nvSpPr>
        <p:spPr>
          <a:xfrm>
            <a:off x="5086375" y="3207508"/>
            <a:ext cx="2668800" cy="1291500"/>
          </a:xfrm>
          <a:prstGeom prst="rect">
            <a:avLst/>
          </a:prstGeom>
          <a:noFill/>
          <a:ln>
            <a:noFill/>
          </a:ln>
        </p:spPr>
      </p:sp>
      <p:sp>
        <p:nvSpPr>
          <p:cNvPr id="356" name="Google Shape;35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7" name="Google Shape;35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8"/>
        <p:cNvGrpSpPr/>
        <p:nvPr/>
      </p:nvGrpSpPr>
      <p:grpSpPr>
        <a:xfrm>
          <a:off x="0" y="0"/>
          <a:ext cx="0" cy="0"/>
          <a:chOff x="0" y="0"/>
          <a:chExt cx="0" cy="0"/>
        </a:xfrm>
      </p:grpSpPr>
      <p:cxnSp>
        <p:nvCxnSpPr>
          <p:cNvPr id="359" name="Google Shape;35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0" name="Google Shape;36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1" name="Google Shape;36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7" name="Google Shape;37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8" name="Google Shape;37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2" name="Google Shape;38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3" name="Google Shape;38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4" name="Google Shape;38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5"/>
        <p:cNvGrpSpPr/>
        <p:nvPr/>
      </p:nvGrpSpPr>
      <p:grpSpPr>
        <a:xfrm>
          <a:off x="0" y="0"/>
          <a:ext cx="0" cy="0"/>
          <a:chOff x="0" y="0"/>
          <a:chExt cx="0" cy="0"/>
        </a:xfrm>
      </p:grpSpPr>
      <p:cxnSp>
        <p:nvCxnSpPr>
          <p:cNvPr id="386" name="Google Shape;38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8" name="Google Shape;38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2" name="Google Shape;40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4" name="Google Shape;40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6" name="Google Shape;40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7" name="Google Shape;40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08" name="Google Shape;40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09" name="Google Shape;40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0" name="Google Shape;41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1" name="Google Shape;41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2"/>
        <p:cNvGrpSpPr/>
        <p:nvPr/>
      </p:nvGrpSpPr>
      <p:grpSpPr>
        <a:xfrm>
          <a:off x="0" y="0"/>
          <a:ext cx="0" cy="0"/>
          <a:chOff x="0" y="0"/>
          <a:chExt cx="0" cy="0"/>
        </a:xfrm>
      </p:grpSpPr>
      <p:cxnSp>
        <p:nvCxnSpPr>
          <p:cNvPr id="413" name="Google Shape;41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3" name="Google Shape;423;g2c157a2fb06_0_798"/>
          <p:cNvGrpSpPr/>
          <p:nvPr/>
        </p:nvGrpSpPr>
        <p:grpSpPr>
          <a:xfrm>
            <a:off x="662575" y="6212475"/>
            <a:ext cx="586800" cy="571500"/>
            <a:chOff x="662575" y="6212475"/>
            <a:chExt cx="586800" cy="571500"/>
          </a:xfrm>
        </p:grpSpPr>
        <p:sp>
          <p:nvSpPr>
            <p:cNvPr id="424" name="Google Shape;42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798"/>
          <p:cNvGrpSpPr/>
          <p:nvPr/>
        </p:nvGrpSpPr>
        <p:grpSpPr>
          <a:xfrm>
            <a:off x="7894350" y="6212475"/>
            <a:ext cx="586800" cy="571500"/>
            <a:chOff x="7894350" y="6212475"/>
            <a:chExt cx="586800" cy="571500"/>
          </a:xfrm>
        </p:grpSpPr>
        <p:sp>
          <p:nvSpPr>
            <p:cNvPr id="428" name="Google Shape;42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2" name="Google Shape;43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3" name="Google Shape;43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5" name="Google Shape;43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7" name="Google Shape;43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38" name="Google Shape;43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9" name="Google Shape;43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8" name="Google Shape;44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1" name="Google Shape;451;g2c157a2fb06_0_825"/>
          <p:cNvGrpSpPr/>
          <p:nvPr/>
        </p:nvGrpSpPr>
        <p:grpSpPr>
          <a:xfrm>
            <a:off x="662575" y="6212475"/>
            <a:ext cx="586800" cy="571500"/>
            <a:chOff x="662575" y="6212475"/>
            <a:chExt cx="586800" cy="571500"/>
          </a:xfrm>
        </p:grpSpPr>
        <p:sp>
          <p:nvSpPr>
            <p:cNvPr id="452" name="Google Shape;45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5" name="Google Shape;455;g2c157a2fb06_0_825"/>
          <p:cNvGrpSpPr/>
          <p:nvPr/>
        </p:nvGrpSpPr>
        <p:grpSpPr>
          <a:xfrm>
            <a:off x="7894350" y="6212475"/>
            <a:ext cx="586800" cy="571500"/>
            <a:chOff x="7894350" y="6212475"/>
            <a:chExt cx="586800" cy="571500"/>
          </a:xfrm>
        </p:grpSpPr>
        <p:sp>
          <p:nvSpPr>
            <p:cNvPr id="456" name="Google Shape;45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59" name="Google Shape;45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0" name="Google Shape;46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1" name="Google Shape;46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3" name="Google Shape;46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5" name="Google Shape;46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6" name="Google Shape;46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7" name="Google Shape;46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8"/>
        <p:cNvGrpSpPr/>
        <p:nvPr/>
      </p:nvGrpSpPr>
      <p:grpSpPr>
        <a:xfrm>
          <a:off x="0" y="0"/>
          <a:ext cx="0" cy="0"/>
          <a:chOff x="0" y="0"/>
          <a:chExt cx="0" cy="0"/>
        </a:xfrm>
      </p:grpSpPr>
      <p:sp>
        <p:nvSpPr>
          <p:cNvPr id="469" name="Google Shape;46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8" name="Google Shape;478;g2c157a2fb06_0_700"/>
          <p:cNvGrpSpPr/>
          <p:nvPr/>
        </p:nvGrpSpPr>
        <p:grpSpPr>
          <a:xfrm>
            <a:off x="662575" y="6212475"/>
            <a:ext cx="586800" cy="571500"/>
            <a:chOff x="662575" y="6212475"/>
            <a:chExt cx="586800" cy="571500"/>
          </a:xfrm>
        </p:grpSpPr>
        <p:sp>
          <p:nvSpPr>
            <p:cNvPr id="479" name="Google Shape;47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2" name="Google Shape;482;g2c157a2fb06_0_700"/>
          <p:cNvGrpSpPr/>
          <p:nvPr/>
        </p:nvGrpSpPr>
        <p:grpSpPr>
          <a:xfrm>
            <a:off x="7894350" y="6212475"/>
            <a:ext cx="586800" cy="571500"/>
            <a:chOff x="7894350" y="6212475"/>
            <a:chExt cx="586800" cy="571500"/>
          </a:xfrm>
        </p:grpSpPr>
        <p:sp>
          <p:nvSpPr>
            <p:cNvPr id="483" name="Google Shape;48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6" name="Google Shape;48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7" name="Google Shape;48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8" name="Google Shape;48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0" name="Google Shape;49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1" name="Google Shape;49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2" name="Google Shape;49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3" name="Google Shape;49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7" name="Google Shape;50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8"/>
        <p:cNvGrpSpPr/>
        <p:nvPr/>
      </p:nvGrpSpPr>
      <p:grpSpPr>
        <a:xfrm>
          <a:off x="0" y="0"/>
          <a:ext cx="0" cy="0"/>
          <a:chOff x="0" y="0"/>
          <a:chExt cx="0" cy="0"/>
        </a:xfrm>
      </p:grpSpPr>
      <p:sp>
        <p:nvSpPr>
          <p:cNvPr id="509" name="Google Shape;50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5" name="Google Shape;515;g2c157a2fb06_0_932"/>
          <p:cNvGrpSpPr/>
          <p:nvPr/>
        </p:nvGrpSpPr>
        <p:grpSpPr>
          <a:xfrm>
            <a:off x="662575" y="6212475"/>
            <a:ext cx="586800" cy="571500"/>
            <a:chOff x="662575" y="6212475"/>
            <a:chExt cx="586800" cy="571500"/>
          </a:xfrm>
        </p:grpSpPr>
        <p:sp>
          <p:nvSpPr>
            <p:cNvPr id="516" name="Google Shape;51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932"/>
          <p:cNvGrpSpPr/>
          <p:nvPr/>
        </p:nvGrpSpPr>
        <p:grpSpPr>
          <a:xfrm>
            <a:off x="7894350" y="6212475"/>
            <a:ext cx="586800" cy="571500"/>
            <a:chOff x="7894350" y="6212475"/>
            <a:chExt cx="586800" cy="571500"/>
          </a:xfrm>
        </p:grpSpPr>
        <p:sp>
          <p:nvSpPr>
            <p:cNvPr id="520" name="Google Shape;52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3" name="Google Shape;52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4" name="Google Shape;52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7" name="Google Shape;52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8" name="Google Shape;52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29" name="Google Shape;52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0" name="Google Shape;53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1" name="Google Shape;53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7" name="Google Shape;53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9" name="Google Shape;53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0" name="Google Shape;54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1" name="Google Shape;54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8"/>
        <p:cNvGrpSpPr/>
        <p:nvPr/>
      </p:nvGrpSpPr>
      <p:grpSpPr>
        <a:xfrm>
          <a:off x="0" y="0"/>
          <a:ext cx="0" cy="0"/>
          <a:chOff x="0" y="0"/>
          <a:chExt cx="0" cy="0"/>
        </a:xfrm>
      </p:grpSpPr>
      <p:cxnSp>
        <p:nvCxnSpPr>
          <p:cNvPr id="549" name="Google Shape;54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0" name="Google Shape;55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1" name="Google Shape;55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3" name="Google Shape;56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6" name="Google Shape;566;g2c157a2fb06_0_1045"/>
          <p:cNvGrpSpPr/>
          <p:nvPr/>
        </p:nvGrpSpPr>
        <p:grpSpPr>
          <a:xfrm>
            <a:off x="662575" y="6212475"/>
            <a:ext cx="586800" cy="571500"/>
            <a:chOff x="662575" y="6212475"/>
            <a:chExt cx="586800" cy="571500"/>
          </a:xfrm>
        </p:grpSpPr>
        <p:sp>
          <p:nvSpPr>
            <p:cNvPr id="567" name="Google Shape;56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045"/>
          <p:cNvGrpSpPr/>
          <p:nvPr/>
        </p:nvGrpSpPr>
        <p:grpSpPr>
          <a:xfrm>
            <a:off x="7894350" y="6212475"/>
            <a:ext cx="586800" cy="571500"/>
            <a:chOff x="7894350" y="6212475"/>
            <a:chExt cx="586800" cy="571500"/>
          </a:xfrm>
        </p:grpSpPr>
        <p:sp>
          <p:nvSpPr>
            <p:cNvPr id="571" name="Google Shape;57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0" name="Google Shape;58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1" name="Google Shape;58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3" name="Google Shape;58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4" name="Google Shape;58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5"/>
        <p:cNvGrpSpPr/>
        <p:nvPr/>
      </p:nvGrpSpPr>
      <p:grpSpPr>
        <a:xfrm>
          <a:off x="0" y="0"/>
          <a:ext cx="0" cy="0"/>
          <a:chOff x="0" y="0"/>
          <a:chExt cx="0" cy="0"/>
        </a:xfrm>
      </p:grpSpPr>
      <p:sp>
        <p:nvSpPr>
          <p:cNvPr id="586" name="Google Shape;58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2" name="Google Shape;592;g2c157a2fb06_0_1110"/>
          <p:cNvGrpSpPr/>
          <p:nvPr/>
        </p:nvGrpSpPr>
        <p:grpSpPr>
          <a:xfrm>
            <a:off x="662575" y="6212475"/>
            <a:ext cx="586800" cy="571500"/>
            <a:chOff x="662575" y="6212475"/>
            <a:chExt cx="586800" cy="571500"/>
          </a:xfrm>
        </p:grpSpPr>
        <p:sp>
          <p:nvSpPr>
            <p:cNvPr id="593" name="Google Shape;59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7894350" y="6212475"/>
            <a:ext cx="586800" cy="571500"/>
            <a:chOff x="7894350" y="6212475"/>
            <a:chExt cx="586800" cy="571500"/>
          </a:xfrm>
        </p:grpSpPr>
        <p:sp>
          <p:nvSpPr>
            <p:cNvPr id="597" name="Google Shape;59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1" name="Google Shape;60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2" name="Google Shape;60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4" name="Google Shape;60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6" name="Google Shape;60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7" name="Google Shape;60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8" name="Google Shape;60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9" name="Google Shape;60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1" name="Google Shape;611;g2c157a2fb06_0_1110"/>
          <p:cNvGrpSpPr/>
          <p:nvPr/>
        </p:nvGrpSpPr>
        <p:grpSpPr>
          <a:xfrm>
            <a:off x="5806200" y="1807463"/>
            <a:ext cx="756300" cy="146700"/>
            <a:chOff x="5806200" y="1807463"/>
            <a:chExt cx="756300" cy="146700"/>
          </a:xfrm>
        </p:grpSpPr>
        <p:sp>
          <p:nvSpPr>
            <p:cNvPr id="612" name="Google Shape;61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5" name="Google Shape;61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6" name="Google Shape;61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7" name="Google Shape;617;g2c157a2fb06_0_1110"/>
          <p:cNvGrpSpPr/>
          <p:nvPr/>
        </p:nvGrpSpPr>
        <p:grpSpPr>
          <a:xfrm>
            <a:off x="5806200" y="2842438"/>
            <a:ext cx="756300" cy="146700"/>
            <a:chOff x="5806200" y="1807463"/>
            <a:chExt cx="756300" cy="146700"/>
          </a:xfrm>
        </p:grpSpPr>
        <p:sp>
          <p:nvSpPr>
            <p:cNvPr id="618" name="Google Shape;61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1" name="Google Shape;621;g2c157a2fb06_0_1110"/>
          <p:cNvGrpSpPr/>
          <p:nvPr/>
        </p:nvGrpSpPr>
        <p:grpSpPr>
          <a:xfrm>
            <a:off x="5806200" y="3877413"/>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5"/>
        <p:cNvGrpSpPr/>
        <p:nvPr/>
      </p:nvGrpSpPr>
      <p:grpSpPr>
        <a:xfrm>
          <a:off x="0" y="0"/>
          <a:ext cx="0" cy="0"/>
          <a:chOff x="0" y="0"/>
          <a:chExt cx="0" cy="0"/>
        </a:xfrm>
      </p:grpSpPr>
      <p:sp>
        <p:nvSpPr>
          <p:cNvPr id="626" name="Google Shape;62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0" name="Google Shape;63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9" name="Google Shape;639;p30"/>
          <p:cNvGrpSpPr/>
          <p:nvPr/>
        </p:nvGrpSpPr>
        <p:grpSpPr>
          <a:xfrm>
            <a:off x="6022940" y="5341706"/>
            <a:ext cx="594501" cy="305904"/>
            <a:chOff x="5672081" y="1914352"/>
            <a:chExt cx="792668" cy="305904"/>
          </a:xfrm>
        </p:grpSpPr>
        <p:sp>
          <p:nvSpPr>
            <p:cNvPr id="640" name="Google Shape;64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2" name="Google Shape;64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3" name="Google Shape;64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1" name="Google Shape;65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2" name="Google Shape;65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9" name="Google Shape;66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0" name="Google Shape;67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1"/>
        <p:cNvGrpSpPr/>
        <p:nvPr/>
      </p:nvGrpSpPr>
      <p:grpSpPr>
        <a:xfrm>
          <a:off x="0" y="0"/>
          <a:ext cx="0" cy="0"/>
          <a:chOff x="0" y="0"/>
          <a:chExt cx="0" cy="0"/>
        </a:xfrm>
      </p:grpSpPr>
      <p:sp>
        <p:nvSpPr>
          <p:cNvPr id="672" name="Google Shape;67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3" name="Google Shape;67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4" name="Google Shape;67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5"/>
        <p:cNvGrpSpPr/>
        <p:nvPr/>
      </p:nvGrpSpPr>
      <p:grpSpPr>
        <a:xfrm>
          <a:off x="0" y="0"/>
          <a:ext cx="0" cy="0"/>
          <a:chOff x="0" y="0"/>
          <a:chExt cx="0" cy="0"/>
        </a:xfrm>
      </p:grpSpPr>
      <p:sp>
        <p:nvSpPr>
          <p:cNvPr id="676" name="Google Shape;67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7" name="Google Shape;67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8" name="Google Shape;67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679"/>
        <p:cNvGrpSpPr/>
        <p:nvPr/>
      </p:nvGrpSpPr>
      <p:grpSpPr>
        <a:xfrm>
          <a:off x="0" y="0"/>
          <a:ext cx="0" cy="0"/>
          <a:chOff x="0" y="0"/>
          <a:chExt cx="0" cy="0"/>
        </a:xfrm>
      </p:grpSpPr>
      <p:sp>
        <p:nvSpPr>
          <p:cNvPr id="680" name="Google Shape;680;g31b17adccb3_0_75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81" name="Google Shape;681;g31b17adccb3_0_752"/>
          <p:cNvGrpSpPr/>
          <p:nvPr/>
        </p:nvGrpSpPr>
        <p:grpSpPr>
          <a:xfrm>
            <a:off x="357775" y="5983875"/>
            <a:ext cx="586800" cy="571500"/>
            <a:chOff x="662575" y="6212475"/>
            <a:chExt cx="586800" cy="571500"/>
          </a:xfrm>
        </p:grpSpPr>
        <p:sp>
          <p:nvSpPr>
            <p:cNvPr id="682" name="Google Shape;682;g31b17adccb3_0_75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3" name="Google Shape;683;g31b17adccb3_0_75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4" name="Google Shape;684;g31b17adccb3_0_75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85" name="Google Shape;685;g31b17adccb3_0_752"/>
          <p:cNvGrpSpPr/>
          <p:nvPr/>
        </p:nvGrpSpPr>
        <p:grpSpPr>
          <a:xfrm>
            <a:off x="8199150" y="5983875"/>
            <a:ext cx="586800" cy="571500"/>
            <a:chOff x="7894350" y="6212475"/>
            <a:chExt cx="586800" cy="571500"/>
          </a:xfrm>
        </p:grpSpPr>
        <p:sp>
          <p:nvSpPr>
            <p:cNvPr id="686" name="Google Shape;686;g31b17adccb3_0_75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7" name="Google Shape;687;g31b17adccb3_0_75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8" name="Google Shape;688;g31b17adccb3_0_75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89" name="Google Shape;689;g31b17adccb3_0_75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690" name="Google Shape;690;g31b17adccb3_0_75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691" name="Google Shape;691;g31b17adccb3_0_75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92" name="Google Shape;692;g31b17adccb3_0_752"/>
          <p:cNvGrpSpPr/>
          <p:nvPr/>
        </p:nvGrpSpPr>
        <p:grpSpPr>
          <a:xfrm>
            <a:off x="-36800" y="-52000"/>
            <a:ext cx="9236100" cy="543750"/>
            <a:chOff x="-36800" y="-52000"/>
            <a:chExt cx="9236100" cy="543750"/>
          </a:xfrm>
        </p:grpSpPr>
        <p:sp>
          <p:nvSpPr>
            <p:cNvPr id="693" name="Google Shape;693;g31b17adccb3_0_75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94" name="Google Shape;694;g31b17adccb3_0_752"/>
            <p:cNvGrpSpPr/>
            <p:nvPr/>
          </p:nvGrpSpPr>
          <p:grpSpPr>
            <a:xfrm>
              <a:off x="565600" y="88250"/>
              <a:ext cx="1337400" cy="403500"/>
              <a:chOff x="565600" y="88250"/>
              <a:chExt cx="1337400" cy="403500"/>
            </a:xfrm>
          </p:grpSpPr>
          <p:grpSp>
            <p:nvGrpSpPr>
              <p:cNvPr id="695" name="Google Shape;695;g31b17adccb3_0_752"/>
              <p:cNvGrpSpPr/>
              <p:nvPr/>
            </p:nvGrpSpPr>
            <p:grpSpPr>
              <a:xfrm>
                <a:off x="565600" y="88250"/>
                <a:ext cx="1337400" cy="403500"/>
                <a:chOff x="565600" y="88250"/>
                <a:chExt cx="1337400" cy="403500"/>
              </a:xfrm>
            </p:grpSpPr>
            <p:sp>
              <p:nvSpPr>
                <p:cNvPr id="696" name="Google Shape;696;g31b17adccb3_0_75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g31b17adccb3_0_75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98" name="Google Shape;698;g31b17adccb3_0_75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99" name="Google Shape;699;g31b17adccb3_0_75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00" name="Google Shape;700;g31b17adccb3_0_75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31b17adccb3_0_75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2" name="Google Shape;702;g31b17adccb3_0_75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3" name="Google Shape;703;g31b17adccb3_0_75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04" name="Google Shape;704;g31b17adccb3_0_75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31b17adccb3_0_75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6" name="Google Shape;706;g31b17adccb3_0_75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7" name="Google Shape;707;g31b17adccb3_0_75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8" name="Google Shape;708;g31b17adccb3_0_75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9.xml"/><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9.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7.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4.xml"/><Relationship Id="rId16" Type="http://schemas.openxmlformats.org/officeDocument/2006/relationships/image" Target="../media/image45.png"/><Relationship Id="rId1" Type="http://schemas.openxmlformats.org/officeDocument/2006/relationships/slideLayout" Target="../slideLayouts/slideLayout2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9.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 'a'</a:t>
            </a:r>
            <a:endParaRPr/>
          </a:p>
        </p:txBody>
      </p:sp>
      <p:sp>
        <p:nvSpPr>
          <p:cNvPr id="714" name="Google Shape;714;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31</a:t>
            </a:r>
            <a:endParaRPr/>
          </a:p>
        </p:txBody>
      </p:sp>
      <p:graphicFrame>
        <p:nvGraphicFramePr>
          <p:cNvPr id="715" name="Google Shape;715;p1"/>
          <p:cNvGraphicFramePr/>
          <p:nvPr/>
        </p:nvGraphicFramePr>
        <p:xfrm>
          <a:off x="4844200" y="1853397"/>
          <a:ext cx="3785000" cy="754625"/>
        </p:xfrm>
        <a:graphic>
          <a:graphicData uri="http://schemas.openxmlformats.org/drawingml/2006/table">
            <a:tbl>
              <a:tblPr firstRow="1" bandRow="1">
                <a:noFill/>
                <a:tableStyleId>{22D76EAE-34E8-417A-8377-4D99E67BF07D}</a:tableStyleId>
              </a:tblPr>
              <a:tblGrid>
                <a:gridCol w="757000">
                  <a:extLst>
                    <a:ext uri="{9D8B030D-6E8A-4147-A177-3AD203B41FA5}">
                      <a16:colId xmlns:a16="http://schemas.microsoft.com/office/drawing/2014/main" val="20000"/>
                    </a:ext>
                  </a:extLst>
                </a:gridCol>
                <a:gridCol w="757000">
                  <a:extLst>
                    <a:ext uri="{9D8B030D-6E8A-4147-A177-3AD203B41FA5}">
                      <a16:colId xmlns:a16="http://schemas.microsoft.com/office/drawing/2014/main" val="20001"/>
                    </a:ext>
                  </a:extLst>
                </a:gridCol>
                <a:gridCol w="757000">
                  <a:extLst>
                    <a:ext uri="{9D8B030D-6E8A-4147-A177-3AD203B41FA5}">
                      <a16:colId xmlns:a16="http://schemas.microsoft.com/office/drawing/2014/main" val="20002"/>
                    </a:ext>
                  </a:extLst>
                </a:gridCol>
                <a:gridCol w="757000">
                  <a:extLst>
                    <a:ext uri="{9D8B030D-6E8A-4147-A177-3AD203B41FA5}">
                      <a16:colId xmlns:a16="http://schemas.microsoft.com/office/drawing/2014/main" val="20003"/>
                    </a:ext>
                  </a:extLst>
                </a:gridCol>
                <a:gridCol w="757000">
                  <a:extLst>
                    <a:ext uri="{9D8B030D-6E8A-4147-A177-3AD203B41FA5}">
                      <a16:colId xmlns:a16="http://schemas.microsoft.com/office/drawing/2014/main" val="20004"/>
                    </a:ext>
                  </a:extLst>
                </a:gridCol>
              </a:tblGrid>
              <a:tr h="754625">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latin typeface="Jost"/>
                          <a:ea typeface="Jost"/>
                          <a:cs typeface="Jost"/>
                          <a:sym typeface="Jost"/>
                        </a:rPr>
                        <a:t>e</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716" name="Google Shape;716;p1"/>
          <p:cNvPicPr preferRelativeResize="0"/>
          <p:nvPr/>
        </p:nvPicPr>
        <p:blipFill rotWithShape="1">
          <a:blip r:embed="rId3">
            <a:alphaModFix/>
          </a:blip>
          <a:srcRect l="39" r="49"/>
          <a:stretch/>
        </p:blipFill>
        <p:spPr>
          <a:xfrm rot="186066">
            <a:off x="4009466" y="4465909"/>
            <a:ext cx="2493520" cy="997851"/>
          </a:xfrm>
          <a:prstGeom prst="rect">
            <a:avLst/>
          </a:prstGeom>
          <a:noFill/>
          <a:ln>
            <a:noFill/>
          </a:ln>
          <a:effectLst>
            <a:outerShdw blurRad="71438" dist="38100" dir="5220000" algn="bl" rotWithShape="0">
              <a:srgbClr val="000000">
                <a:alpha val="21176"/>
              </a:srgbClr>
            </a:outerShdw>
          </a:effectLst>
        </p:spPr>
      </p:pic>
      <p:pic>
        <p:nvPicPr>
          <p:cNvPr id="717" name="Google Shape;717;p1"/>
          <p:cNvPicPr preferRelativeResize="0"/>
          <p:nvPr/>
        </p:nvPicPr>
        <p:blipFill rotWithShape="1">
          <a:blip r:embed="rId4">
            <a:alphaModFix/>
          </a:blip>
          <a:srcRect t="129" b="12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718" name="Google Shape;718;p1"/>
          <p:cNvPicPr preferRelativeResize="0"/>
          <p:nvPr/>
        </p:nvPicPr>
        <p:blipFill rotWithShape="1">
          <a:blip r:embed="rId5">
            <a:alphaModFix/>
          </a:blip>
          <a:srcRect l="19" r="19"/>
          <a:stretch/>
        </p:blipFill>
        <p:spPr>
          <a:xfrm rot="540306">
            <a:off x="7336182" y="3887252"/>
            <a:ext cx="1208038"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Review short vowel </a:t>
            </a:r>
            <a:r>
              <a:rPr lang="en-US">
                <a:solidFill>
                  <a:srgbClr val="8DC63F"/>
                </a:solidFill>
              </a:rPr>
              <a:t>a</a:t>
            </a:r>
            <a:r>
              <a:rPr lang="en-US"/>
              <a:t>.</a:t>
            </a:r>
            <a:endParaRPr/>
          </a:p>
        </p:txBody>
      </p:sp>
      <p:sp>
        <p:nvSpPr>
          <p:cNvPr id="725" name="Google Shape;725;g2bee4f4af4b_0_204"/>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has his of pull full</a:t>
            </a:r>
            <a:r>
              <a:rPr lang="en-US"/>
              <a:t>.</a:t>
            </a:r>
            <a:endParaRPr/>
          </a:p>
        </p:txBody>
      </p:sp>
      <p:sp>
        <p:nvSpPr>
          <p:cNvPr id="726" name="Google Shape;726;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7" name="Google Shape;727;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8" name="Google Shape;728;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9" name="Google Shape;729;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30" name="Google Shape;730;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2" name="Google Shape;732;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3" name="Google Shape;733;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37" name="Google Shape;737;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8" name="Google Shape;738;g2bee4f4af4b_0_204"/>
          <p:cNvPicPr preferRelativeResize="0"/>
          <p:nvPr/>
        </p:nvPicPr>
        <p:blipFill rotWithShape="1">
          <a:blip r:embed="rId6">
            <a:alphaModFix/>
          </a:blip>
          <a:srcRect t="129"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9" name="Google Shape;739;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1" name="Google Shape;741;g2bee4f4af4b_0_204"/>
          <p:cNvPicPr preferRelativeResize="0"/>
          <p:nvPr/>
        </p:nvPicPr>
        <p:blipFill rotWithShape="1">
          <a:blip r:embed="rId7">
            <a:alphaModFix/>
          </a:blip>
          <a:srcRect/>
          <a:stretch/>
        </p:blipFill>
        <p:spPr>
          <a:xfrm>
            <a:off x="6159846" y="4363493"/>
            <a:ext cx="786850" cy="590422"/>
          </a:xfrm>
          <a:prstGeom prst="rect">
            <a:avLst/>
          </a:prstGeom>
          <a:noFill/>
          <a:ln>
            <a:noFill/>
          </a:ln>
          <a:effectLst>
            <a:outerShdw blurRad="71438" dist="19050" dir="5220000" algn="bl" rotWithShape="0">
              <a:srgbClr val="D8D8D8"/>
            </a:outerShdw>
          </a:effectLst>
        </p:spPr>
      </p:pic>
      <p:sp>
        <p:nvSpPr>
          <p:cNvPr id="742" name="Google Shape;742;g2bee4f4af4b_0_204">
            <a:hlinkClick r:id="rId8" action="ppaction://hlinksldjump"/>
          </p:cNvPr>
          <p:cNvSpPr/>
          <p:nvPr/>
        </p:nvSpPr>
        <p:spPr>
          <a:xfrm>
            <a:off x="1011130" y="393087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9" action="ppaction://hlinksldjump"/>
          </p:cNvPr>
          <p:cNvSpPr/>
          <p:nvPr/>
        </p:nvSpPr>
        <p:spPr>
          <a:xfrm>
            <a:off x="2453226"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10" action="ppaction://hlinksldjump"/>
          </p:cNvPr>
          <p:cNvSpPr/>
          <p:nvPr/>
        </p:nvSpPr>
        <p:spPr>
          <a:xfrm>
            <a:off x="3616114" y="37598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11" action="ppaction://hlinksldjump"/>
          </p:cNvPr>
          <p:cNvSpPr/>
          <p:nvPr/>
        </p:nvSpPr>
        <p:spPr>
          <a:xfrm>
            <a:off x="4891411" y="374576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2" action="ppaction://hlinksldjump"/>
          </p:cNvPr>
          <p:cNvSpPr/>
          <p:nvPr/>
        </p:nvSpPr>
        <p:spPr>
          <a:xfrm>
            <a:off x="6055121" y="372527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pic>
        <p:nvPicPr>
          <p:cNvPr id="752" name="Google Shape;75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90"/>
              </a:srgbClr>
            </a:outerShdw>
          </a:effectLst>
        </p:spPr>
      </p:pic>
      <p:pic>
        <p:nvPicPr>
          <p:cNvPr id="753" name="Google Shape;75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90"/>
              </a:srgbClr>
            </a:outerShdw>
          </a:effectLst>
        </p:spPr>
      </p:pic>
      <p:pic>
        <p:nvPicPr>
          <p:cNvPr id="754" name="Google Shape;75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90"/>
              </a:srgbClr>
            </a:outerShdw>
          </a:effectLst>
        </p:spPr>
      </p:pic>
      <p:pic>
        <p:nvPicPr>
          <p:cNvPr id="755" name="Google Shape;75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90"/>
              </a:srgbClr>
            </a:outerShdw>
          </a:effectLst>
        </p:spPr>
      </p:pic>
      <p:pic>
        <p:nvPicPr>
          <p:cNvPr id="756" name="Google Shape;75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90"/>
              </a:srgbClr>
            </a:outerShdw>
          </a:effectLst>
        </p:spPr>
      </p:pic>
      <p:pic>
        <p:nvPicPr>
          <p:cNvPr id="757" name="Google Shape;75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90"/>
              </a:srgbClr>
            </a:outerShdw>
          </a:effectLst>
        </p:spPr>
      </p:pic>
      <p:pic>
        <p:nvPicPr>
          <p:cNvPr id="758" name="Google Shape;75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90"/>
              </a:srgbClr>
            </a:outerShdw>
          </a:effectLst>
        </p:spPr>
      </p:pic>
      <p:pic>
        <p:nvPicPr>
          <p:cNvPr id="759" name="Google Shape;75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90"/>
              </a:srgbClr>
            </a:outerShdw>
          </a:effectLst>
        </p:spPr>
      </p:pic>
      <p:pic>
        <p:nvPicPr>
          <p:cNvPr id="760" name="Google Shape;76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90"/>
              </a:srgbClr>
            </a:outerShdw>
          </a:effectLst>
        </p:spPr>
      </p:pic>
      <p:pic>
        <p:nvPicPr>
          <p:cNvPr id="761" name="Google Shape;76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90"/>
              </a:srgbClr>
            </a:outerShdw>
          </a:effectLst>
        </p:spPr>
      </p:pic>
      <p:pic>
        <p:nvPicPr>
          <p:cNvPr id="762" name="Google Shape;76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90"/>
              </a:srgbClr>
            </a:outerShdw>
          </a:effectLst>
        </p:spPr>
      </p:pic>
      <p:pic>
        <p:nvPicPr>
          <p:cNvPr id="763" name="Google Shape;76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90"/>
              </a:srgbClr>
            </a:outerShdw>
          </a:effectLst>
        </p:spPr>
      </p:pic>
      <p:pic>
        <p:nvPicPr>
          <p:cNvPr id="764" name="Google Shape;76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90"/>
              </a:srgbClr>
            </a:outerShdw>
          </a:effectLst>
        </p:spPr>
      </p:pic>
      <p:pic>
        <p:nvPicPr>
          <p:cNvPr id="765" name="Google Shape;76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90"/>
              </a:srgbClr>
            </a:outerShdw>
          </a:effectLst>
        </p:spPr>
      </p:pic>
      <p:pic>
        <p:nvPicPr>
          <p:cNvPr id="766" name="Google Shape;76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90"/>
              </a:srgbClr>
            </a:outerShdw>
          </a:effectLst>
        </p:spPr>
      </p:pic>
      <p:pic>
        <p:nvPicPr>
          <p:cNvPr id="767" name="Google Shape;76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90"/>
              </a:srgbClr>
            </a:outerShdw>
          </a:effectLst>
        </p:spPr>
      </p:pic>
      <p:pic>
        <p:nvPicPr>
          <p:cNvPr id="768" name="Google Shape;76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690"/>
              </a:srgbClr>
            </a:outerShdw>
          </a:effectLst>
        </p:spPr>
      </p:pic>
      <p:pic>
        <p:nvPicPr>
          <p:cNvPr id="769" name="Google Shape;76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690"/>
              </a:srgbClr>
            </a:outerShdw>
          </a:effectLst>
        </p:spPr>
      </p:pic>
      <p:pic>
        <p:nvPicPr>
          <p:cNvPr id="770" name="Google Shape;77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690"/>
              </a:srgbClr>
            </a:outerShdw>
          </a:effectLst>
        </p:spPr>
      </p:pic>
      <p:pic>
        <p:nvPicPr>
          <p:cNvPr id="771" name="Google Shape;77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690"/>
              </a:srgbClr>
            </a:outerShdw>
          </a:effectLst>
        </p:spPr>
      </p:pic>
      <p:pic>
        <p:nvPicPr>
          <p:cNvPr id="772" name="Google Shape;77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690"/>
              </a:srgbClr>
            </a:outerShdw>
          </a:effectLst>
        </p:spPr>
      </p:pic>
      <p:pic>
        <p:nvPicPr>
          <p:cNvPr id="773" name="Google Shape;77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690"/>
              </a:srgbClr>
            </a:outerShdw>
          </a:effectLst>
        </p:spPr>
      </p:pic>
      <p:pic>
        <p:nvPicPr>
          <p:cNvPr id="774" name="Google Shape;77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690"/>
              </a:srgbClr>
            </a:outerShdw>
          </a:effectLst>
        </p:spPr>
      </p:pic>
      <p:sp>
        <p:nvSpPr>
          <p:cNvPr id="775" name="Google Shape;77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cxnSp>
        <p:nvCxnSpPr>
          <p:cNvPr id="776" name="Google Shape;776;g26b641b03cd_0_165"/>
          <p:cNvCxnSpPr/>
          <p:nvPr/>
        </p:nvCxnSpPr>
        <p:spPr>
          <a:xfrm>
            <a:off x="930450"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777" name="Google Shape;77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9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31b17adccb3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84" name="Google Shape;784;g31b17adccb3_0_0"/>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2 Common Exception Words </a:t>
            </a:r>
            <a:br>
              <a:rPr lang="en-US">
                <a:solidFill>
                  <a:schemeClr val="dk1"/>
                </a:solidFill>
              </a:rPr>
            </a:br>
            <a:r>
              <a:rPr lang="en-US">
                <a:solidFill>
                  <a:srgbClr val="2356AF"/>
                </a:solidFill>
              </a:rPr>
              <a:t>as I is no go to into the put his has of pull full</a:t>
            </a:r>
            <a:r>
              <a:rPr lang="en-US">
                <a:solidFill>
                  <a:schemeClr val="dk1"/>
                </a:solidFill>
              </a:rPr>
              <a:t>.</a:t>
            </a:r>
            <a:endParaRPr/>
          </a:p>
        </p:txBody>
      </p:sp>
      <p:cxnSp>
        <p:nvCxnSpPr>
          <p:cNvPr id="785" name="Google Shape;785;g31b17adccb3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786" name="Google Shape;786;g31b17adccb3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7" name="Google Shape;787;g31b17adccb3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8" name="Google Shape;788;g31b17adccb3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31b17adccb3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31b17adccb3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31b17adccb3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31b17adccb3_0_0"/>
          <p:cNvPicPr preferRelativeResize="0"/>
          <p:nvPr/>
        </p:nvPicPr>
        <p:blipFill rotWithShape="1">
          <a:blip r:embed="rId9">
            <a:alphaModFix/>
          </a:blip>
          <a:srcRect l="99" r="99"/>
          <a:stretch/>
        </p:blipFill>
        <p:spPr>
          <a:xfrm>
            <a:off x="868744" y="3060270"/>
            <a:ext cx="1147320" cy="822955"/>
          </a:xfrm>
          <a:prstGeom prst="rect">
            <a:avLst/>
          </a:prstGeom>
          <a:noFill/>
          <a:ln>
            <a:noFill/>
          </a:ln>
          <a:effectLst>
            <a:outerShdw blurRad="71438" dist="19050" dir="5400000" algn="bl" rotWithShape="0">
              <a:srgbClr val="000000">
                <a:alpha val="18430"/>
              </a:srgbClr>
            </a:outerShdw>
          </a:effectLst>
        </p:spPr>
      </p:pic>
      <p:pic>
        <p:nvPicPr>
          <p:cNvPr id="793" name="Google Shape;793;g31b17adccb3_0_0"/>
          <p:cNvPicPr preferRelativeResize="0"/>
          <p:nvPr/>
        </p:nvPicPr>
        <p:blipFill rotWithShape="1">
          <a:blip r:embed="rId10">
            <a:alphaModFix/>
          </a:blip>
          <a:srcRect l="99" r="99"/>
          <a:stretch/>
        </p:blipFill>
        <p:spPr>
          <a:xfrm>
            <a:off x="3321246" y="3060270"/>
            <a:ext cx="1148707" cy="821565"/>
          </a:xfrm>
          <a:prstGeom prst="rect">
            <a:avLst/>
          </a:prstGeom>
          <a:noFill/>
          <a:ln>
            <a:noFill/>
          </a:ln>
          <a:effectLst>
            <a:outerShdw blurRad="71438" dist="19050" dir="5400000" algn="bl" rotWithShape="0">
              <a:srgbClr val="000000">
                <a:alpha val="18430"/>
              </a:srgbClr>
            </a:outerShdw>
          </a:effectLst>
        </p:spPr>
      </p:pic>
      <p:pic>
        <p:nvPicPr>
          <p:cNvPr id="794" name="Google Shape;794;g31b17adccb3_0_0"/>
          <p:cNvPicPr preferRelativeResize="0"/>
          <p:nvPr/>
        </p:nvPicPr>
        <p:blipFill rotWithShape="1">
          <a:blip r:embed="rId11">
            <a:alphaModFix/>
          </a:blip>
          <a:srcRect l="99" r="99"/>
          <a:stretch/>
        </p:blipFill>
        <p:spPr>
          <a:xfrm>
            <a:off x="4548155" y="3060270"/>
            <a:ext cx="1148707" cy="822955"/>
          </a:xfrm>
          <a:prstGeom prst="rect">
            <a:avLst/>
          </a:prstGeom>
          <a:noFill/>
          <a:ln>
            <a:noFill/>
          </a:ln>
          <a:effectLst>
            <a:outerShdw blurRad="71438" dist="19050" dir="5400000" algn="bl" rotWithShape="0">
              <a:srgbClr val="000000">
                <a:alpha val="18430"/>
              </a:srgbClr>
            </a:outerShdw>
          </a:effectLst>
        </p:spPr>
      </p:pic>
      <p:pic>
        <p:nvPicPr>
          <p:cNvPr id="795" name="Google Shape;795;g31b17adccb3_0_0"/>
          <p:cNvPicPr preferRelativeResize="0"/>
          <p:nvPr/>
        </p:nvPicPr>
        <p:blipFill rotWithShape="1">
          <a:blip r:embed="rId12">
            <a:alphaModFix/>
          </a:blip>
          <a:srcRect l="189" r="179"/>
          <a:stretch/>
        </p:blipFill>
        <p:spPr>
          <a:xfrm>
            <a:off x="5775064" y="3060270"/>
            <a:ext cx="1148707" cy="822956"/>
          </a:xfrm>
          <a:prstGeom prst="rect">
            <a:avLst/>
          </a:prstGeom>
          <a:noFill/>
          <a:ln>
            <a:noFill/>
          </a:ln>
          <a:effectLst>
            <a:outerShdw blurRad="71438" dist="19050" dir="5400000" algn="bl" rotWithShape="0">
              <a:srgbClr val="000000">
                <a:alpha val="18430"/>
              </a:srgbClr>
            </a:outerShdw>
          </a:effectLst>
        </p:spPr>
      </p:pic>
      <p:pic>
        <p:nvPicPr>
          <p:cNvPr id="796" name="Google Shape;796;g31b17adccb3_0_0"/>
          <p:cNvPicPr preferRelativeResize="0"/>
          <p:nvPr/>
        </p:nvPicPr>
        <p:blipFill rotWithShape="1">
          <a:blip r:embed="rId13">
            <a:alphaModFix/>
          </a:blip>
          <a:srcRect l="99" r="99"/>
          <a:stretch/>
        </p:blipFill>
        <p:spPr>
          <a:xfrm>
            <a:off x="7001973" y="3060270"/>
            <a:ext cx="1148707" cy="822955"/>
          </a:xfrm>
          <a:prstGeom prst="rect">
            <a:avLst/>
          </a:prstGeom>
          <a:noFill/>
          <a:ln>
            <a:noFill/>
          </a:ln>
          <a:effectLst>
            <a:outerShdw blurRad="71438" dist="19050" dir="5400000" algn="bl" rotWithShape="0">
              <a:srgbClr val="000000">
                <a:alpha val="18430"/>
              </a:srgbClr>
            </a:outerShdw>
          </a:effectLst>
        </p:spPr>
      </p:pic>
      <p:pic>
        <p:nvPicPr>
          <p:cNvPr id="797" name="Google Shape;797;g31b17adccb3_0_0"/>
          <p:cNvPicPr preferRelativeResize="0"/>
          <p:nvPr/>
        </p:nvPicPr>
        <p:blipFill rotWithShape="1">
          <a:blip r:embed="rId14">
            <a:alphaModFix/>
          </a:blip>
          <a:srcRect l="19" r="9"/>
          <a:stretch/>
        </p:blipFill>
        <p:spPr>
          <a:xfrm>
            <a:off x="867357" y="3994495"/>
            <a:ext cx="1148707" cy="821564"/>
          </a:xfrm>
          <a:prstGeom prst="rect">
            <a:avLst/>
          </a:prstGeom>
          <a:noFill/>
          <a:ln>
            <a:noFill/>
          </a:ln>
          <a:effectLst>
            <a:outerShdw blurRad="71438" dist="19050" dir="5400000" algn="bl" rotWithShape="0">
              <a:srgbClr val="000000">
                <a:alpha val="18430"/>
              </a:srgbClr>
            </a:outerShdw>
          </a:effectLst>
        </p:spPr>
      </p:pic>
      <p:pic>
        <p:nvPicPr>
          <p:cNvPr id="798" name="Google Shape;798;g31b17adccb3_0_0"/>
          <p:cNvPicPr preferRelativeResize="0"/>
          <p:nvPr/>
        </p:nvPicPr>
        <p:blipFill rotWithShape="1">
          <a:blip r:embed="rId15">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pic>
        <p:nvPicPr>
          <p:cNvPr id="799" name="Google Shape;799;g31b17adccb3_0_0"/>
          <p:cNvPicPr preferRelativeResize="0"/>
          <p:nvPr/>
        </p:nvPicPr>
        <p:blipFill rotWithShape="1">
          <a:blip r:embed="rId16">
            <a:alphaModFix/>
          </a:blip>
          <a:srcRect l="248" r="238"/>
          <a:stretch/>
        </p:blipFill>
        <p:spPr>
          <a:xfrm>
            <a:off x="2094526" y="3060270"/>
            <a:ext cx="1147320" cy="822956"/>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d05d1b5e0d_0_11"/>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806" name="Google Shape;806;g2d05d1b5e0d_0_11"/>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807" name="Google Shape;807;g2d05d1b5e0d_0_11"/>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cxnSp>
        <p:nvCxnSpPr>
          <p:cNvPr id="808" name="Google Shape;808;g2d05d1b5e0d_0_11"/>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d9de0ff45e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15" name="Google Shape;815;g2d9de0ff45e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16" name="Google Shape;816;g2d9de0ff45e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817" name="Google Shape;817;g2d9de0ff45e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4" name="Google Shape;82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25" name="Google Shape;825;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26" name="Google Shape;82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3" name="Google Shape;83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34" name="Google Shape;834;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35" name="Google Shape;83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2" name="Google Shape;84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843" name="Google Shape;843;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844" name="Google Shape;84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1" name="Google Shape;85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52" name="Google Shape;852;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853" name="Google Shape;85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60" name="Google Shape;86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61" name="Google Shape;86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8" name="Google Shape;868;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9" name="Google Shape;869;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0" name="Google Shape;870;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1" name="Google Shape;871;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2" name="Google Shape;872;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3" name="Google Shape;873;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4" name="Google Shape;874;g2c2ffdd0de5_0_0"/>
          <p:cNvGrpSpPr/>
          <p:nvPr/>
        </p:nvGrpSpPr>
        <p:grpSpPr>
          <a:xfrm>
            <a:off x="304250" y="6984600"/>
            <a:ext cx="8330829" cy="808600"/>
            <a:chOff x="-152950" y="7365600"/>
            <a:chExt cx="8330829" cy="808600"/>
          </a:xfrm>
        </p:grpSpPr>
        <p:sp>
          <p:nvSpPr>
            <p:cNvPr id="875" name="Google Shape;875;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6" name="Google Shape;876;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7" name="Google Shape;877;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8" name="Google Shape;878;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9" name="Google Shape;879;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0" name="Google Shape;880;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1" name="Google Shape;881;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2" name="Google Shape;882;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3" name="Google Shape;883;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4" name="Google Shape;884;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5" name="Google Shape;885;g2c2ffdd0de5_0_0"/>
          <p:cNvSpPr/>
          <p:nvPr/>
        </p:nvSpPr>
        <p:spPr>
          <a:xfrm>
            <a:off x="3173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6" name="Google Shape;886;g2c2ffdd0de5_0_0"/>
          <p:cNvSpPr/>
          <p:nvPr/>
        </p:nvSpPr>
        <p:spPr>
          <a:xfrm>
            <a:off x="44150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c2ffdd0de5_0_0"/>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8" name="Google Shape;888;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9" name="Google Shape;889;g2c2ffdd0de5_0_0"/>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90" name="Google Shape;890;g2c2ffdd0de5_0_0"/>
          <p:cNvSpPr txBox="1">
            <a:spLocks noGrp="1"/>
          </p:cNvSpPr>
          <p:nvPr>
            <p:ph type="subTitle" idx="4294967295"/>
          </p:nvPr>
        </p:nvSpPr>
        <p:spPr>
          <a:xfrm>
            <a:off x="2603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891" name="Google Shape;891;g2c2ffdd0de5_0_0"/>
          <p:cNvSpPr txBox="1"/>
          <p:nvPr/>
        </p:nvSpPr>
        <p:spPr>
          <a:xfrm>
            <a:off x="37223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d05d1b5e0d_0_156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8" name="Google Shape;898;g2d05d1b5e0d_0_156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9" name="Google Shape;899;g2d05d1b5e0d_0_156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0" name="Google Shape;900;g2d05d1b5e0d_0_156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1" name="Google Shape;901;g2d05d1b5e0d_0_156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d05d1b5e0d_0_156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d05d1b5e0d_0_156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4" name="Google Shape;904;g2d05d1b5e0d_0_1566"/>
          <p:cNvGrpSpPr/>
          <p:nvPr/>
        </p:nvGrpSpPr>
        <p:grpSpPr>
          <a:xfrm>
            <a:off x="304250" y="6984600"/>
            <a:ext cx="8330829" cy="808600"/>
            <a:chOff x="-152950" y="7365600"/>
            <a:chExt cx="8330829" cy="808600"/>
          </a:xfrm>
        </p:grpSpPr>
        <p:sp>
          <p:nvSpPr>
            <p:cNvPr id="905" name="Google Shape;905;g2d05d1b5e0d_0_156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6" name="Google Shape;906;g2d05d1b5e0d_0_156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7" name="Google Shape;907;g2d05d1b5e0d_0_156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8" name="Google Shape;908;g2d05d1b5e0d_0_156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9" name="Google Shape;909;g2d05d1b5e0d_0_156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0" name="Google Shape;910;g2d05d1b5e0d_0_156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1" name="Google Shape;911;g2d05d1b5e0d_0_156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2" name="Google Shape;912;g2d05d1b5e0d_0_156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3" name="Google Shape;913;g2d05d1b5e0d_0_156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d05d1b5e0d_0_156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d05d1b5e0d_0_1566"/>
          <p:cNvSpPr/>
          <p:nvPr/>
        </p:nvSpPr>
        <p:spPr>
          <a:xfrm>
            <a:off x="28641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d05d1b5e0d_0_1566"/>
          <p:cNvSpPr/>
          <p:nvPr/>
        </p:nvSpPr>
        <p:spPr>
          <a:xfrm>
            <a:off x="408473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7" name="Google Shape;917;g2d05d1b5e0d_0_156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8" name="Google Shape;918;g2d05d1b5e0d_0_1566"/>
          <p:cNvSpPr txBox="1">
            <a:spLocks noGrp="1"/>
          </p:cNvSpPr>
          <p:nvPr>
            <p:ph type="subTitle" idx="4294967295"/>
          </p:nvPr>
        </p:nvSpPr>
        <p:spPr>
          <a:xfrm>
            <a:off x="4694050" y="1308025"/>
            <a:ext cx="2155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919" name="Google Shape;919;g2d05d1b5e0d_0_1566"/>
          <p:cNvSpPr txBox="1">
            <a:spLocks noGrp="1"/>
          </p:cNvSpPr>
          <p:nvPr>
            <p:ph type="subTitle" idx="4294967295"/>
          </p:nvPr>
        </p:nvSpPr>
        <p:spPr>
          <a:xfrm>
            <a:off x="22944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20" name="Google Shape;920;g2d05d1b5e0d_0_1566"/>
          <p:cNvSpPr txBox="1"/>
          <p:nvPr/>
        </p:nvSpPr>
        <p:spPr>
          <a:xfrm>
            <a:off x="337125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921" name="Google Shape;921;g2d05d1b5e0d_0_1566"/>
          <p:cNvSpPr/>
          <p:nvPr/>
        </p:nvSpPr>
        <p:spPr>
          <a:xfrm>
            <a:off x="5114975" y="4011900"/>
            <a:ext cx="16809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d05d1b5e0d_0_159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8" name="Google Shape;928;g2d05d1b5e0d_0_159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9" name="Google Shape;929;g2d05d1b5e0d_0_159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d05d1b5e0d_0_159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d05d1b5e0d_0_159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d05d1b5e0d_0_159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d05d1b5e0d_0_159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4" name="Google Shape;934;g2d05d1b5e0d_0_1595"/>
          <p:cNvGrpSpPr/>
          <p:nvPr/>
        </p:nvGrpSpPr>
        <p:grpSpPr>
          <a:xfrm>
            <a:off x="304250" y="6984600"/>
            <a:ext cx="8330829" cy="808600"/>
            <a:chOff x="-152950" y="7365600"/>
            <a:chExt cx="8330829" cy="808600"/>
          </a:xfrm>
        </p:grpSpPr>
        <p:sp>
          <p:nvSpPr>
            <p:cNvPr id="935" name="Google Shape;935;g2d05d1b5e0d_0_159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6" name="Google Shape;936;g2d05d1b5e0d_0_159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7" name="Google Shape;937;g2d05d1b5e0d_0_159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8" name="Google Shape;938;g2d05d1b5e0d_0_159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9" name="Google Shape;939;g2d05d1b5e0d_0_159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0" name="Google Shape;940;g2d05d1b5e0d_0_159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1" name="Google Shape;941;g2d05d1b5e0d_0_159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2" name="Google Shape;942;g2d05d1b5e0d_0_159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3" name="Google Shape;943;g2d05d1b5e0d_0_159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4" name="Google Shape;944;g2d05d1b5e0d_0_159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2d05d1b5e0d_0_1595"/>
          <p:cNvSpPr/>
          <p:nvPr/>
        </p:nvSpPr>
        <p:spPr>
          <a:xfrm>
            <a:off x="3134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d05d1b5e0d_0_1595"/>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d05d1b5e0d_0_1595"/>
          <p:cNvSpPr/>
          <p:nvPr/>
        </p:nvSpPr>
        <p:spPr>
          <a:xfrm>
            <a:off x="5618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8" name="Google Shape;948;g2d05d1b5e0d_0_159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9" name="Google Shape;949;g2d05d1b5e0d_0_1595"/>
          <p:cNvSpPr txBox="1">
            <a:spLocks noGrp="1"/>
          </p:cNvSpPr>
          <p:nvPr>
            <p:ph type="subTitle" idx="4294967295"/>
          </p:nvPr>
        </p:nvSpPr>
        <p:spPr>
          <a:xfrm>
            <a:off x="5049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50" name="Google Shape;950;g2d05d1b5e0d_0_1595"/>
          <p:cNvSpPr txBox="1">
            <a:spLocks noGrp="1"/>
          </p:cNvSpPr>
          <p:nvPr>
            <p:ph type="subTitle" idx="4294967295"/>
          </p:nvPr>
        </p:nvSpPr>
        <p:spPr>
          <a:xfrm>
            <a:off x="2565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51" name="Google Shape;951;g2d05d1b5e0d_0_1595"/>
          <p:cNvSpPr txBox="1"/>
          <p:nvPr/>
        </p:nvSpPr>
        <p:spPr>
          <a:xfrm>
            <a:off x="36842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58" name="Google Shape;95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59" name="Google Shape;95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66" name="Google Shape;96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7" name="Google Shape;96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68" name="Google Shape;96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75" name="Google Shape;97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76" name="Google Shape;97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77" name="Google Shape;97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84" name="Google Shape;98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5" name="Google Shape;98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6" name="Google Shape;98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93" name="Google Shape;99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94" name="Google Shape;994;g2c186218c5a_0_149"/>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95" name="Google Shape;99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02" name="Google Shape;100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03" name="Google Shape;100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4" name="Google Shape;1004;g26b641b03cd_0_315"/>
          <p:cNvPicPr preferRelativeResize="0"/>
          <p:nvPr/>
        </p:nvPicPr>
        <p:blipFill rotWithShape="1">
          <a:blip r:embed="rId3">
            <a:alphaModFix/>
          </a:blip>
          <a:srcRect t="89" b="99"/>
          <a:stretch/>
        </p:blipFill>
        <p:spPr>
          <a:xfrm>
            <a:off x="3373112" y="1230350"/>
            <a:ext cx="2397780" cy="1799208"/>
          </a:xfrm>
          <a:prstGeom prst="rect">
            <a:avLst/>
          </a:prstGeom>
          <a:noFill/>
          <a:ln>
            <a:noFill/>
          </a:ln>
          <a:effectLst>
            <a:outerShdw blurRad="57150" dist="19050" dir="5400000" algn="bl" rotWithShape="0">
              <a:srgbClr val="000000">
                <a:alpha val="20000"/>
              </a:srgbClr>
            </a:outerShdw>
          </a:effectLst>
        </p:spPr>
      </p:pic>
      <p:pic>
        <p:nvPicPr>
          <p:cNvPr id="1005" name="Google Shape;1005;g26b641b03cd_0_315"/>
          <p:cNvPicPr preferRelativeResize="0"/>
          <p:nvPr/>
        </p:nvPicPr>
        <p:blipFill rotWithShape="1">
          <a:blip r:embed="rId4">
            <a:alphaModFix/>
          </a:blip>
          <a:srcRect t="89" b="99"/>
          <a:stretch/>
        </p:blipFill>
        <p:spPr>
          <a:xfrm>
            <a:off x="5893096" y="1230350"/>
            <a:ext cx="2397780" cy="1799208"/>
          </a:xfrm>
          <a:prstGeom prst="rect">
            <a:avLst/>
          </a:prstGeom>
          <a:noFill/>
          <a:ln>
            <a:noFill/>
          </a:ln>
          <a:effectLst>
            <a:outerShdw blurRad="57150" dist="19050" dir="5400000" algn="bl" rotWithShape="0">
              <a:srgbClr val="000000">
                <a:alpha val="20000"/>
              </a:srgbClr>
            </a:outerShdw>
          </a:effectLst>
        </p:spPr>
      </p:pic>
      <p:pic>
        <p:nvPicPr>
          <p:cNvPr id="1006" name="Google Shape;1006;g26b641b03cd_0_315"/>
          <p:cNvPicPr preferRelativeResize="0"/>
          <p:nvPr/>
        </p:nvPicPr>
        <p:blipFill rotWithShape="1">
          <a:blip r:embed="rId5">
            <a:alphaModFix/>
          </a:blip>
          <a:srcRect/>
          <a:stretch/>
        </p:blipFill>
        <p:spPr>
          <a:xfrm>
            <a:off x="853125" y="1230350"/>
            <a:ext cx="2397780" cy="1799208"/>
          </a:xfrm>
          <a:prstGeom prst="rect">
            <a:avLst/>
          </a:prstGeom>
          <a:noFill/>
          <a:ln>
            <a:noFill/>
          </a:ln>
          <a:effectLst>
            <a:outerShdw blurRad="57150" dist="19050" dir="5400000" algn="bl" rotWithShape="0">
              <a:srgbClr val="000000">
                <a:alpha val="20000"/>
              </a:srgbClr>
            </a:outerShdw>
          </a:effectLst>
        </p:spPr>
      </p:pic>
      <p:pic>
        <p:nvPicPr>
          <p:cNvPr id="1007" name="Google Shape;1007;g26b641b03cd_0_315"/>
          <p:cNvPicPr preferRelativeResize="0"/>
          <p:nvPr/>
        </p:nvPicPr>
        <p:blipFill rotWithShape="1">
          <a:blip r:embed="rId6">
            <a:alphaModFix/>
          </a:blip>
          <a:srcRect/>
          <a:stretch/>
        </p:blipFill>
        <p:spPr>
          <a:xfrm>
            <a:off x="4633104" y="3218967"/>
            <a:ext cx="2397780" cy="1799208"/>
          </a:xfrm>
          <a:prstGeom prst="rect">
            <a:avLst/>
          </a:prstGeom>
          <a:noFill/>
          <a:ln>
            <a:noFill/>
          </a:ln>
          <a:effectLst>
            <a:outerShdw blurRad="57150" dist="19050" dir="5400000" algn="bl" rotWithShape="0">
              <a:srgbClr val="000000">
                <a:alpha val="20000"/>
              </a:srgbClr>
            </a:outerShdw>
          </a:effectLst>
        </p:spPr>
      </p:pic>
      <p:pic>
        <p:nvPicPr>
          <p:cNvPr id="1008" name="Google Shape;1008;g26b641b03cd_0_315"/>
          <p:cNvPicPr preferRelativeResize="0"/>
          <p:nvPr/>
        </p:nvPicPr>
        <p:blipFill rotWithShape="1">
          <a:blip r:embed="rId7">
            <a:alphaModFix/>
          </a:blip>
          <a:srcRect t="19" b="29"/>
          <a:stretch/>
        </p:blipFill>
        <p:spPr>
          <a:xfrm>
            <a:off x="2113117" y="3218967"/>
            <a:ext cx="2397780" cy="179920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15" name="Google Shape;1015;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16" name="Google Shape;1016;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7" name="Google Shape;1017;g26b641b03cd_1_0"/>
          <p:cNvPicPr preferRelativeResize="0"/>
          <p:nvPr/>
        </p:nvPicPr>
        <p:blipFill rotWithShape="1">
          <a:blip r:embed="rId3">
            <a:alphaModFix/>
          </a:blip>
          <a:srcRect t="89" b="99"/>
          <a:stretch/>
        </p:blipFill>
        <p:spPr>
          <a:xfrm>
            <a:off x="3373112" y="1230350"/>
            <a:ext cx="2397780" cy="1799208"/>
          </a:xfrm>
          <a:prstGeom prst="rect">
            <a:avLst/>
          </a:prstGeom>
          <a:noFill/>
          <a:ln>
            <a:noFill/>
          </a:ln>
          <a:effectLst>
            <a:outerShdw blurRad="57150" dist="19050" dir="5400000" algn="bl" rotWithShape="0">
              <a:srgbClr val="000000">
                <a:alpha val="20000"/>
              </a:srgbClr>
            </a:outerShdw>
          </a:effectLst>
        </p:spPr>
      </p:pic>
      <p:pic>
        <p:nvPicPr>
          <p:cNvPr id="1018" name="Google Shape;1018;g26b641b03cd_1_0"/>
          <p:cNvPicPr preferRelativeResize="0"/>
          <p:nvPr/>
        </p:nvPicPr>
        <p:blipFill rotWithShape="1">
          <a:blip r:embed="rId4">
            <a:alphaModFix/>
          </a:blip>
          <a:srcRect t="89" b="99"/>
          <a:stretch/>
        </p:blipFill>
        <p:spPr>
          <a:xfrm>
            <a:off x="5893096" y="1230350"/>
            <a:ext cx="2397780" cy="1799208"/>
          </a:xfrm>
          <a:prstGeom prst="rect">
            <a:avLst/>
          </a:prstGeom>
          <a:noFill/>
          <a:ln>
            <a:noFill/>
          </a:ln>
          <a:effectLst>
            <a:outerShdw blurRad="57150" dist="19050" dir="5400000" algn="bl" rotWithShape="0">
              <a:srgbClr val="000000">
                <a:alpha val="20000"/>
              </a:srgbClr>
            </a:outerShdw>
          </a:effectLst>
        </p:spPr>
      </p:pic>
      <p:pic>
        <p:nvPicPr>
          <p:cNvPr id="1019" name="Google Shape;1019;g26b641b03cd_1_0"/>
          <p:cNvPicPr preferRelativeResize="0"/>
          <p:nvPr/>
        </p:nvPicPr>
        <p:blipFill rotWithShape="1">
          <a:blip r:embed="rId5">
            <a:alphaModFix/>
          </a:blip>
          <a:srcRect/>
          <a:stretch/>
        </p:blipFill>
        <p:spPr>
          <a:xfrm>
            <a:off x="853125" y="1230350"/>
            <a:ext cx="2397780" cy="1799208"/>
          </a:xfrm>
          <a:prstGeom prst="rect">
            <a:avLst/>
          </a:prstGeom>
          <a:noFill/>
          <a:ln>
            <a:noFill/>
          </a:ln>
          <a:effectLst>
            <a:outerShdw blurRad="57150" dist="19050" dir="5400000" algn="bl" rotWithShape="0">
              <a:srgbClr val="000000">
                <a:alpha val="20000"/>
              </a:srgbClr>
            </a:outerShdw>
          </a:effectLst>
        </p:spPr>
      </p:pic>
      <p:pic>
        <p:nvPicPr>
          <p:cNvPr id="1020" name="Google Shape;1020;g26b641b03cd_1_0"/>
          <p:cNvPicPr preferRelativeResize="0"/>
          <p:nvPr/>
        </p:nvPicPr>
        <p:blipFill rotWithShape="1">
          <a:blip r:embed="rId6">
            <a:alphaModFix/>
          </a:blip>
          <a:srcRect l="69" r="69"/>
          <a:stretch/>
        </p:blipFill>
        <p:spPr>
          <a:xfrm>
            <a:off x="4633104" y="3218967"/>
            <a:ext cx="2397780" cy="1799208"/>
          </a:xfrm>
          <a:prstGeom prst="rect">
            <a:avLst/>
          </a:prstGeom>
          <a:noFill/>
          <a:ln>
            <a:noFill/>
          </a:ln>
          <a:effectLst>
            <a:outerShdw blurRad="57150" dist="19050" dir="5400000" algn="bl" rotWithShape="0">
              <a:srgbClr val="000000">
                <a:alpha val="20000"/>
              </a:srgbClr>
            </a:outerShdw>
          </a:effectLst>
        </p:spPr>
      </p:pic>
      <p:pic>
        <p:nvPicPr>
          <p:cNvPr id="1021" name="Google Shape;1021;g26b641b03cd_1_0"/>
          <p:cNvPicPr preferRelativeResize="0"/>
          <p:nvPr/>
        </p:nvPicPr>
        <p:blipFill rotWithShape="1">
          <a:blip r:embed="rId7">
            <a:alphaModFix/>
          </a:blip>
          <a:srcRect t="89" b="99"/>
          <a:stretch/>
        </p:blipFill>
        <p:spPr>
          <a:xfrm>
            <a:off x="2113117" y="3218967"/>
            <a:ext cx="2397780" cy="179920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8" name="Google Shape;102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29" name="Google Shape;1029;g1f3daf8a844_0_64"/>
          <p:cNvGrpSpPr/>
          <p:nvPr/>
        </p:nvGrpSpPr>
        <p:grpSpPr>
          <a:xfrm>
            <a:off x="3024000" y="209875"/>
            <a:ext cx="3096000" cy="454800"/>
            <a:chOff x="3024000" y="209875"/>
            <a:chExt cx="3096000" cy="454800"/>
          </a:xfrm>
        </p:grpSpPr>
        <p:sp>
          <p:nvSpPr>
            <p:cNvPr id="1030" name="Google Shape;103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1" name="Google Shape;103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2" name="Google Shape;103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33" name="Google Shape;103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4" name="Google Shape;103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5" name="Google Shape;103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6" name="Google Shape;103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7" name="Google Shape;1037;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38" name="Google Shape;1038;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9" name="Google Shape;1039;g1f3daf8a844_0_64"/>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40" name="Google Shape;1040;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41" name="Google Shape;1041;g1f3daf8a844_0_64"/>
          <p:cNvSpPr txBox="1"/>
          <p:nvPr/>
        </p:nvSpPr>
        <p:spPr>
          <a:xfrm>
            <a:off x="291037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42" name="Google Shape;1042;g1f3daf8a844_0_64"/>
          <p:cNvSpPr txBox="1"/>
          <p:nvPr/>
        </p:nvSpPr>
        <p:spPr>
          <a:xfrm>
            <a:off x="17575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43" name="Google Shape;1043;g1f3daf8a844_0_64"/>
          <p:cNvSpPr txBox="1"/>
          <p:nvPr/>
        </p:nvSpPr>
        <p:spPr>
          <a:xfrm>
            <a:off x="406322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44" name="Google Shape;1044;g1f3daf8a844_0_64"/>
          <p:cNvSpPr txBox="1"/>
          <p:nvPr/>
        </p:nvSpPr>
        <p:spPr>
          <a:xfrm>
            <a:off x="52160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45" name="Google Shape;1045;g1f3daf8a844_0_64"/>
          <p:cNvSpPr txBox="1"/>
          <p:nvPr/>
        </p:nvSpPr>
        <p:spPr>
          <a:xfrm>
            <a:off x="63689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00904D"/>
              </a:solidFill>
              <a:latin typeface="Jost"/>
              <a:ea typeface="Jost"/>
              <a:cs typeface="Jost"/>
              <a:sym typeface="Jost"/>
            </a:endParaRPr>
          </a:p>
        </p:txBody>
      </p:sp>
      <p:sp>
        <p:nvSpPr>
          <p:cNvPr id="1046" name="Google Shape;104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47" name="Google Shape;1047;g1f3daf8a844_0_64"/>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cxnSp>
        <p:nvCxnSpPr>
          <p:cNvPr id="1048" name="Google Shape;104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2d05d1b5e0d_0_16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55" name="Google Shape;1055;g2d05d1b5e0d_0_16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56" name="Google Shape;1056;g2d05d1b5e0d_0_1659"/>
          <p:cNvGrpSpPr/>
          <p:nvPr/>
        </p:nvGrpSpPr>
        <p:grpSpPr>
          <a:xfrm>
            <a:off x="3024000" y="209875"/>
            <a:ext cx="3096000" cy="454800"/>
            <a:chOff x="3024000" y="209875"/>
            <a:chExt cx="3096000" cy="454800"/>
          </a:xfrm>
        </p:grpSpPr>
        <p:sp>
          <p:nvSpPr>
            <p:cNvPr id="1057" name="Google Shape;1057;g2d05d1b5e0d_0_165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8" name="Google Shape;1058;g2d05d1b5e0d_0_165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9" name="Google Shape;1059;g2d05d1b5e0d_0_165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0" name="Google Shape;1060;g2d05d1b5e0d_0_1659"/>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61" name="Google Shape;1061;g2d05d1b5e0d_0_165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2" name="Google Shape;1062;g2d05d1b5e0d_0_165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3" name="Google Shape;1063;g2d05d1b5e0d_0_165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4" name="Google Shape;1064;g2d05d1b5e0d_0_165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5" name="Google Shape;1065;g2d05d1b5e0d_0_1659"/>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ck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a:t>
            </a:r>
            <a:endParaRPr sz="1800" b="0" i="0" u="none" strike="noStrike" cap="none">
              <a:solidFill>
                <a:srgbClr val="B7B7B7"/>
              </a:solidFill>
              <a:latin typeface="Jost"/>
              <a:ea typeface="Jost"/>
              <a:cs typeface="Jost"/>
              <a:sym typeface="Jost"/>
            </a:endParaRPr>
          </a:p>
        </p:txBody>
      </p:sp>
      <p:sp>
        <p:nvSpPr>
          <p:cNvPr id="1066" name="Google Shape;1066;g2d05d1b5e0d_0_1659"/>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67" name="Google Shape;1067;g2d05d1b5e0d_0_1659"/>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68" name="Google Shape;1068;g2d05d1b5e0d_0_1659"/>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069" name="Google Shape;1069;g2d05d1b5e0d_0_1659"/>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70" name="Google Shape;1070;g2d05d1b5e0d_0_1659"/>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71" name="Google Shape;1071;g2d05d1b5e0d_0_1659"/>
          <p:cNvSpPr txBox="1"/>
          <p:nvPr/>
        </p:nvSpPr>
        <p:spPr>
          <a:xfrm>
            <a:off x="291037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72" name="Google Shape;1072;g2d05d1b5e0d_0_1659"/>
          <p:cNvSpPr txBox="1"/>
          <p:nvPr/>
        </p:nvSpPr>
        <p:spPr>
          <a:xfrm>
            <a:off x="17575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73" name="Google Shape;1073;g2d05d1b5e0d_0_1659"/>
          <p:cNvSpPr txBox="1"/>
          <p:nvPr/>
        </p:nvSpPr>
        <p:spPr>
          <a:xfrm>
            <a:off x="406322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74" name="Google Shape;1074;g2d05d1b5e0d_0_1659"/>
          <p:cNvSpPr txBox="1"/>
          <p:nvPr/>
        </p:nvSpPr>
        <p:spPr>
          <a:xfrm>
            <a:off x="52160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75" name="Google Shape;1075;g2d05d1b5e0d_0_1659"/>
          <p:cNvSpPr txBox="1"/>
          <p:nvPr/>
        </p:nvSpPr>
        <p:spPr>
          <a:xfrm>
            <a:off x="63689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00904D"/>
              </a:solidFill>
              <a:latin typeface="Jost"/>
              <a:ea typeface="Jost"/>
              <a:cs typeface="Jost"/>
              <a:sym typeface="Jost"/>
            </a:endParaRPr>
          </a:p>
        </p:txBody>
      </p:sp>
      <p:sp>
        <p:nvSpPr>
          <p:cNvPr id="1076" name="Google Shape;1076;g2d05d1b5e0d_0_1659"/>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77" name="Google Shape;1077;g2d05d1b5e0d_0_1659"/>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472</Words>
  <Application>Microsoft Office PowerPoint</Application>
  <PresentationFormat>On-screen Show (4:3)</PresentationFormat>
  <Paragraphs>155</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Nunito Black</vt:lpstr>
      <vt:lpstr>Calibri</vt:lpstr>
      <vt:lpstr>Jost</vt:lpstr>
      <vt:lpstr>Poppins SemiBold</vt:lpstr>
      <vt:lpstr>Arial</vt:lpstr>
      <vt:lpstr>Poppins Medium</vt:lpstr>
      <vt:lpstr>Mulish</vt:lpstr>
      <vt:lpstr>Poppins</vt:lpstr>
      <vt:lpstr>Office Theme</vt:lpstr>
      <vt:lpstr>PowerPoint Presentation</vt:lpstr>
      <vt:lpstr>PowerPoint Presentation</vt:lpstr>
      <vt:lpstr>Recall all GPCs learned so far using flashcards.</vt:lpstr>
      <vt:lpstr>PowerPoint Presentation</vt:lpstr>
      <vt:lpstr>PowerPoint Presentation</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2026-04-28T02:47:21Z</dcterms:modified>
</cp:coreProperties>
</file>