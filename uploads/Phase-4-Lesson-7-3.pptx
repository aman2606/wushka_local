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X34rdP0VmN5a0N/ewhdnn5kgV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03C583-E3CB-44CE-942F-DE5DD128B5E6}">
  <a:tblStyle styleId="{E903C583-E3CB-44CE-942F-DE5DD128B5E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0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d05917d757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d05917d757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d05917d757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15" name="Google Shape;101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d05917d757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d05917d757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d05917d757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d05917d757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d05917d757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d05917d757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d05917d757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d05917d757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d05917d757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6" name="Google Shape;46;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7" name="Google Shape;47;p15"/>
          <p:cNvCxnSpPr/>
          <p:nvPr/>
        </p:nvCxnSpPr>
        <p:spPr>
          <a:xfrm>
            <a:off x="865586" y="3535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 name="Google Shape;49;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323576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3" name="Google Shape;63;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323576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1" name="Google Shape;91;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('cr' 'tr')</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2 - Tuesday</a:t>
            </a:r>
            <a:endParaRPr sz="1800" b="0" i="0" u="none" strike="noStrike" cap="none">
              <a:solidFill>
                <a:srgbClr val="8DC63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7</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323576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8" name="Google Shape;25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59" name="Google Shape;259;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0" name="Google Shape;260;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3" name="Google Shape;263;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8" name="Google Shape;268;g2c157a2fb06_0_53"/>
          <p:cNvGrpSpPr/>
          <p:nvPr/>
        </p:nvGrpSpPr>
        <p:grpSpPr>
          <a:xfrm>
            <a:off x="1403031" y="6958923"/>
            <a:ext cx="6774848" cy="1291477"/>
            <a:chOff x="717231" y="7263723"/>
            <a:chExt cx="6774848" cy="1291477"/>
          </a:xfrm>
        </p:grpSpPr>
        <p:sp>
          <p:nvSpPr>
            <p:cNvPr id="269" name="Google Shape;269;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7" name="Google Shape;277;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2" name="Google Shape;282;g2c157a2fb06_0_53"/>
          <p:cNvGrpSpPr/>
          <p:nvPr/>
        </p:nvGrpSpPr>
        <p:grpSpPr>
          <a:xfrm>
            <a:off x="662575" y="6212475"/>
            <a:ext cx="586800" cy="571500"/>
            <a:chOff x="662575" y="6212475"/>
            <a:chExt cx="586800" cy="571500"/>
          </a:xfrm>
        </p:grpSpPr>
        <p:sp>
          <p:nvSpPr>
            <p:cNvPr id="283" name="Google Shape;28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6" name="Google Shape;286;g2c157a2fb06_0_53"/>
          <p:cNvGrpSpPr/>
          <p:nvPr/>
        </p:nvGrpSpPr>
        <p:grpSpPr>
          <a:xfrm>
            <a:off x="7894350" y="6212475"/>
            <a:ext cx="586800" cy="571500"/>
            <a:chOff x="7894350" y="6212475"/>
            <a:chExt cx="586800" cy="571500"/>
          </a:xfrm>
        </p:grpSpPr>
        <p:sp>
          <p:nvSpPr>
            <p:cNvPr id="287" name="Google Shape;28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7" name="Google Shape;32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8" name="Google Shape;328;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9" name="Google Shape;329;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7"/>
          </p:nvPr>
        </p:nvSpPr>
        <p:spPr>
          <a:xfrm>
            <a:off x="5086375" y="4412425"/>
            <a:ext cx="2668800" cy="1291500"/>
          </a:xfrm>
          <a:prstGeom prst="rect">
            <a:avLst/>
          </a:prstGeom>
          <a:noFill/>
          <a:ln>
            <a:noFill/>
          </a:ln>
        </p:spPr>
      </p:sp>
      <p:sp>
        <p:nvSpPr>
          <p:cNvPr id="335" name="Google Shape;335;g2c157a2fb06_0_263"/>
          <p:cNvSpPr>
            <a:spLocks noGrp="1"/>
          </p:cNvSpPr>
          <p:nvPr>
            <p:ph type="pic" idx="8"/>
          </p:nvPr>
        </p:nvSpPr>
        <p:spPr>
          <a:xfrm>
            <a:off x="5086375" y="797675"/>
            <a:ext cx="2668800" cy="1291500"/>
          </a:xfrm>
          <a:prstGeom prst="rect">
            <a:avLst/>
          </a:prstGeom>
          <a:noFill/>
          <a:ln>
            <a:noFill/>
          </a:ln>
        </p:spPr>
      </p:sp>
      <p:sp>
        <p:nvSpPr>
          <p:cNvPr id="336" name="Google Shape;336;g2c157a2fb06_0_263"/>
          <p:cNvSpPr>
            <a:spLocks noGrp="1"/>
          </p:cNvSpPr>
          <p:nvPr>
            <p:ph type="pic" idx="9"/>
          </p:nvPr>
        </p:nvSpPr>
        <p:spPr>
          <a:xfrm>
            <a:off x="5086375" y="2002592"/>
            <a:ext cx="2668800" cy="1291500"/>
          </a:xfrm>
          <a:prstGeom prst="rect">
            <a:avLst/>
          </a:prstGeom>
          <a:noFill/>
          <a:ln>
            <a:noFill/>
          </a:ln>
        </p:spPr>
      </p:sp>
      <p:sp>
        <p:nvSpPr>
          <p:cNvPr id="337" name="Google Shape;337;g2c157a2fb06_0_263"/>
          <p:cNvSpPr>
            <a:spLocks noGrp="1"/>
          </p:cNvSpPr>
          <p:nvPr>
            <p:ph type="pic" idx="13"/>
          </p:nvPr>
        </p:nvSpPr>
        <p:spPr>
          <a:xfrm>
            <a:off x="5086375" y="3207508"/>
            <a:ext cx="2668800" cy="1291500"/>
          </a:xfrm>
          <a:prstGeom prst="rect">
            <a:avLst/>
          </a:prstGeom>
          <a:noFill/>
          <a:ln>
            <a:noFill/>
          </a:ln>
        </p:spPr>
      </p:sp>
      <p:sp>
        <p:nvSpPr>
          <p:cNvPr id="338" name="Google Shape;338;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0" name="Google Shape;5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1" name="Google Shape;581;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2" name="Google Shape;582;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8"/>
        <p:cNvGrpSpPr/>
        <p:nvPr/>
      </p:nvGrpSpPr>
      <p:grpSpPr>
        <a:xfrm>
          <a:off x="0" y="0"/>
          <a:ext cx="0" cy="0"/>
          <a:chOff x="0" y="0"/>
          <a:chExt cx="0" cy="0"/>
        </a:xfrm>
      </p:grpSpPr>
      <p:sp>
        <p:nvSpPr>
          <p:cNvPr id="609" name="Google Shape;609;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1" name="Google Shape;611;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2" name="Google Shape;612;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f1f75ecdd_0_56"/>
          <p:cNvGrpSpPr/>
          <p:nvPr/>
        </p:nvGrpSpPr>
        <p:grpSpPr>
          <a:xfrm>
            <a:off x="662575" y="6212475"/>
            <a:ext cx="586800" cy="571500"/>
            <a:chOff x="662575" y="6212475"/>
            <a:chExt cx="586800" cy="571500"/>
          </a:xfrm>
        </p:grpSpPr>
        <p:sp>
          <p:nvSpPr>
            <p:cNvPr id="622" name="Google Shape;622;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f1f75ecdd_0_56"/>
          <p:cNvGrpSpPr/>
          <p:nvPr/>
        </p:nvGrpSpPr>
        <p:grpSpPr>
          <a:xfrm>
            <a:off x="7894350" y="6212475"/>
            <a:ext cx="586800" cy="571500"/>
            <a:chOff x="7894350" y="6212475"/>
            <a:chExt cx="586800" cy="571500"/>
          </a:xfrm>
        </p:grpSpPr>
        <p:sp>
          <p:nvSpPr>
            <p:cNvPr id="626" name="Google Shape;626;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0" name="Google Shape;630;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1" name="Google Shape;631;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2" name="Google Shape;632;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3" name="Google Shape;633;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4" name="Google Shape;634;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6" name="Google Shape;636;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7" name="Google Shape;637;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8" name="Google Shape;638;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2" name="Google Shape;642;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3" name="Google Shape;643;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4" name="Google Shape;644;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6" name="Google Shape;646;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7" name="Google Shape;647;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0" name="Google Shape;650;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1" name="Google Shape;651;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2" name="Google Shape;652;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3" name="Google Shape;653;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6.xml"/><Relationship Id="rId4" Type="http://schemas.openxmlformats.org/officeDocument/2006/relationships/image" Target="../media/image5.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6.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('cr' 'tr')</a:t>
            </a:r>
            <a:endParaRPr sz="3000"/>
          </a:p>
        </p:txBody>
      </p:sp>
      <p:sp>
        <p:nvSpPr>
          <p:cNvPr id="715" name="Google Shape;715;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7</a:t>
            </a:r>
            <a:endParaRPr/>
          </a:p>
        </p:txBody>
      </p:sp>
      <p:grpSp>
        <p:nvGrpSpPr>
          <p:cNvPr id="718" name="Google Shape;718;p1"/>
          <p:cNvGrpSpPr/>
          <p:nvPr/>
        </p:nvGrpSpPr>
        <p:grpSpPr>
          <a:xfrm>
            <a:off x="4120711" y="4100642"/>
            <a:ext cx="4508443" cy="1632899"/>
            <a:chOff x="4120711" y="4100642"/>
            <a:chExt cx="4508443" cy="1632899"/>
          </a:xfrm>
        </p:grpSpPr>
        <p:pic>
          <p:nvPicPr>
            <p:cNvPr id="719" name="Google Shape;719;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20" name="Google Shape;720;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{E903C583-E3CB-44CE-942F-DE5DD128B5E6}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(fr br, cr tr,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gr dr pr)</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pic>
        <p:nvPicPr>
          <p:cNvPr id="729" name="Google Shape;729;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0" name="Google Shape;730;g2bee4f4af4b_0_204"/>
          <p:cNvSpPr txBox="1">
            <a:spLocks noGrp="1"/>
          </p:cNvSpPr>
          <p:nvPr>
            <p:ph type="body" idx="1"/>
          </p:nvPr>
        </p:nvSpPr>
        <p:spPr>
          <a:xfrm>
            <a:off x="3298550" y="1032250"/>
            <a:ext cx="48873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cr tr</a:t>
            </a:r>
            <a:r>
              <a:rPr lang="en-US"/>
              <a:t>.</a:t>
            </a:r>
            <a:endParaRPr/>
          </a:p>
        </p:txBody>
      </p:sp>
      <p:sp>
        <p:nvSpPr>
          <p:cNvPr id="731" name="Google Shape;731;g2bee4f4af4b_0_204"/>
          <p:cNvSpPr txBox="1">
            <a:spLocks noGrp="1"/>
          </p:cNvSpPr>
          <p:nvPr>
            <p:ph type="body" idx="2"/>
          </p:nvPr>
        </p:nvSpPr>
        <p:spPr>
          <a:xfrm>
            <a:off x="3298550" y="1710625"/>
            <a:ext cx="5586300" cy="18084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1000"/>
              </a:spcBef>
              <a:spcAft>
                <a:spcPts val="0"/>
              </a:spcAft>
              <a:buSzPts val="1600"/>
              <a:buChar char="•"/>
            </a:pPr>
            <a:r>
              <a:rPr lang="en-US"/>
              <a:t>Recall all GPCs learned so far using flashcards.</a:t>
            </a:r>
            <a:endParaRPr/>
          </a:p>
          <a:p>
            <a:pPr marL="457200" lvl="0" indent="-330200" algn="l" rtl="0">
              <a:lnSpc>
                <a:spcPct val="115000"/>
              </a:lnSpc>
              <a:spcBef>
                <a:spcPts val="0"/>
              </a:spcBef>
              <a:spcAft>
                <a:spcPts val="0"/>
              </a:spcAft>
              <a:buSzPts val="1600"/>
              <a:buChar char="•"/>
            </a:pPr>
            <a:r>
              <a:rPr lang="en-US"/>
              <a:t>Review Phases 2 and 3 Common Exception Words: </a:t>
            </a:r>
            <a:br>
              <a:rPr lang="en-US"/>
            </a:br>
            <a:r>
              <a:rPr lang="en-US">
                <a:solidFill>
                  <a:srgbClr val="2356AF"/>
                </a:solidFill>
              </a:rPr>
              <a:t>as I is no go to into the put his has of pull full</a:t>
            </a:r>
            <a:br>
              <a:rPr lang="en-US">
                <a:solidFill>
                  <a:srgbClr val="2356AF"/>
                </a:solidFill>
              </a:rPr>
            </a:br>
            <a:r>
              <a:rPr lang="en-US">
                <a:solidFill>
                  <a:srgbClr val="2356AF"/>
                </a:solidFill>
              </a:rPr>
              <a:t>push they me we be he she my by looked you are there here were all sure</a:t>
            </a:r>
            <a:endParaRPr>
              <a:solidFill>
                <a:srgbClr val="2356AF"/>
              </a:solidFill>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734" name="Google Shape;73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sp>
        <p:nvSpPr>
          <p:cNvPr id="736" name="Google Shape;736;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47633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2" name="Google Shape;742;g2bee4f4af4b_0_204">
            <a:hlinkClick r:id="rId7" action="ppaction://hlinksldjump"/>
          </p:cNvPr>
          <p:cNvSpPr/>
          <p:nvPr/>
        </p:nvSpPr>
        <p:spPr>
          <a:xfrm>
            <a:off x="94680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8" action="ppaction://hlinksldjump"/>
          </p:cNvPr>
          <p:cNvSpPr/>
          <p:nvPr/>
        </p:nvSpPr>
        <p:spPr>
          <a:xfrm>
            <a:off x="3798826" y="36028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9" action="ppaction://hlinksldjump"/>
          </p:cNvPr>
          <p:cNvSpPr/>
          <p:nvPr/>
        </p:nvSpPr>
        <p:spPr>
          <a:xfrm>
            <a:off x="4920504" y="36959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2518587" y="365137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2" name="Google Shape;752;g26b641b03cd_0_165"/>
          <p:cNvGrpSpPr/>
          <p:nvPr/>
        </p:nvGrpSpPr>
        <p:grpSpPr>
          <a:xfrm>
            <a:off x="930400" y="2129444"/>
            <a:ext cx="7283200" cy="3724851"/>
            <a:chOff x="930400" y="2129444"/>
            <a:chExt cx="7283200" cy="3724851"/>
          </a:xfrm>
        </p:grpSpPr>
        <p:pic>
          <p:nvPicPr>
            <p:cNvPr id="753" name="Google Shape;75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2" name="Google Shape;78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2" name="Google Shape;79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7" name="Google Shape;817;g26b7edf6e71_0_109"/>
          <p:cNvGrpSpPr/>
          <p:nvPr/>
        </p:nvGrpSpPr>
        <p:grpSpPr>
          <a:xfrm>
            <a:off x="867357" y="2129450"/>
            <a:ext cx="7282807" cy="2686611"/>
            <a:chOff x="867357" y="2129450"/>
            <a:chExt cx="7282807" cy="2686611"/>
          </a:xfrm>
        </p:grpSpPr>
        <p:pic>
          <p:nvPicPr>
            <p:cNvPr id="818" name="Google Shape;81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8" name="Google Shape;838;g2c298d33e0c_0_6"/>
          <p:cNvGrpSpPr/>
          <p:nvPr/>
        </p:nvGrpSpPr>
        <p:grpSpPr>
          <a:xfrm>
            <a:off x="868300" y="2129450"/>
            <a:ext cx="7281864" cy="2684601"/>
            <a:chOff x="868300" y="2129450"/>
            <a:chExt cx="7281864" cy="2684601"/>
          </a:xfrm>
        </p:grpSpPr>
        <p:pic>
          <p:nvPicPr>
            <p:cNvPr id="839" name="Google Shape;83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3" name="Google Shape;84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a:t>
            </a:r>
            <a:r>
              <a:rPr lang="en-US">
                <a:solidFill>
                  <a:schemeClr val="dk1"/>
                </a:solidFill>
              </a:rPr>
              <a:t>.</a:t>
            </a:r>
            <a:endParaRPr/>
          </a:p>
        </p:txBody>
      </p:sp>
      <p:pic>
        <p:nvPicPr>
          <p:cNvPr id="873" name="Google Shape;873;g26b94af6077_0_0"/>
          <p:cNvPicPr preferRelativeResize="0"/>
          <p:nvPr/>
        </p:nvPicPr>
        <p:blipFill rotWithShape="1">
          <a:blip r:embed="rId3">
            <a:alphaModFix/>
          </a:blip>
          <a:srcRect l="59" r="59"/>
          <a:stretch/>
        </p:blipFill>
        <p:spPr>
          <a:xfrm>
            <a:off x="868300" y="2129450"/>
            <a:ext cx="1731251" cy="1237205"/>
          </a:xfrm>
          <a:prstGeom prst="rect">
            <a:avLst/>
          </a:prstGeom>
          <a:noFill/>
          <a:ln>
            <a:noFill/>
          </a:ln>
          <a:effectLst>
            <a:outerShdw blurRad="71438" dist="19050" dir="5400000" algn="bl" rotWithShape="0">
              <a:srgbClr val="000000">
                <a:alpha val="18039"/>
              </a:srgbClr>
            </a:outerShdw>
          </a:effectLst>
        </p:spPr>
      </p:pic>
      <p:pic>
        <p:nvPicPr>
          <p:cNvPr id="874" name="Google Shape;874;g26b94af6077_0_0"/>
          <p:cNvPicPr preferRelativeResize="0"/>
          <p:nvPr/>
        </p:nvPicPr>
        <p:blipFill rotWithShape="1">
          <a:blip r:embed="rId4">
            <a:alphaModFix/>
          </a:blip>
          <a:srcRect l="159" r="159"/>
          <a:stretch/>
        </p:blipFill>
        <p:spPr>
          <a:xfrm>
            <a:off x="2719435" y="2129450"/>
            <a:ext cx="1732017" cy="1242350"/>
          </a:xfrm>
          <a:prstGeom prst="rect">
            <a:avLst/>
          </a:prstGeom>
          <a:noFill/>
          <a:ln>
            <a:noFill/>
          </a:ln>
          <a:effectLst>
            <a:outerShdw blurRad="71438" dist="19050" dir="5400000" algn="bl" rotWithShape="0">
              <a:srgbClr val="000000">
                <a:alpha val="18039"/>
              </a:srgbClr>
            </a:outerShdw>
          </a:effectLst>
        </p:spPr>
      </p:pic>
      <p:pic>
        <p:nvPicPr>
          <p:cNvPr id="875" name="Google Shape;875;g26b94af6077_0_0"/>
          <p:cNvPicPr preferRelativeResize="0"/>
          <p:nvPr/>
        </p:nvPicPr>
        <p:blipFill rotWithShape="1">
          <a:blip r:embed="rId5">
            <a:alphaModFix/>
          </a:blip>
          <a:srcRect l="159" r="159"/>
          <a:stretch/>
        </p:blipFill>
        <p:spPr>
          <a:xfrm>
            <a:off x="4571335" y="2129450"/>
            <a:ext cx="1732017" cy="1240252"/>
          </a:xfrm>
          <a:prstGeom prst="rect">
            <a:avLst/>
          </a:prstGeom>
          <a:noFill/>
          <a:ln>
            <a:noFill/>
          </a:ln>
          <a:effectLst>
            <a:outerShdw blurRad="71438" dist="19050" dir="5400000" algn="bl" rotWithShape="0">
              <a:srgbClr val="000000">
                <a:alpha val="18039"/>
              </a:srgbClr>
            </a:outerShdw>
          </a:effectLst>
        </p:spPr>
      </p:pic>
      <p:pic>
        <p:nvPicPr>
          <p:cNvPr id="876" name="Google Shape;876;g26b94af6077_0_0"/>
          <p:cNvPicPr preferRelativeResize="0"/>
          <p:nvPr/>
        </p:nvPicPr>
        <p:blipFill rotWithShape="1">
          <a:blip r:embed="rId6">
            <a:alphaModFix/>
          </a:blip>
          <a:srcRect l="79" r="69"/>
          <a:stretch/>
        </p:blipFill>
        <p:spPr>
          <a:xfrm>
            <a:off x="6423233" y="2129450"/>
            <a:ext cx="1732017" cy="1240252"/>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3" name="Google Shape;883;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4" name="Google Shape;884;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1" name="Google Shape;89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2" name="Google Shape;892;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3" name="Google Shape;89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0" name="Google Shape;90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1" name="Google Shape;90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2" name="Google Shape;90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9" name="Google Shape;90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0" name="Google Shape;91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7" name="Google Shape;91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8" name="Google Shape;918;g2c4feb0fda9_1_0"/>
          <p:cNvSpPr/>
          <p:nvPr/>
        </p:nvSpPr>
        <p:spPr>
          <a:xfrm>
            <a:off x="3782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4719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1" name="Google Shape;92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2" name="Google Shape;922;g2c4feb0fda9_1_0"/>
          <p:cNvSpPr txBox="1">
            <a:spLocks noGrp="1"/>
          </p:cNvSpPr>
          <p:nvPr>
            <p:ph type="subTitle" idx="4294967295"/>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3" name="Google Shape;923;g2c4feb0fda9_1_0"/>
          <p:cNvSpPr txBox="1">
            <a:spLocks noGrp="1"/>
          </p:cNvSpPr>
          <p:nvPr>
            <p:ph type="subTitle" idx="4294967295"/>
          </p:nvPr>
        </p:nvSpPr>
        <p:spPr>
          <a:xfrm>
            <a:off x="3212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24" name="Google Shape;924;g2c4feb0fda9_1_0"/>
          <p:cNvSpPr txBox="1">
            <a:spLocks noGrp="1"/>
          </p:cNvSpPr>
          <p:nvPr>
            <p:ph type="subTitle" idx="4294967295"/>
          </p:nvPr>
        </p:nvSpPr>
        <p:spPr>
          <a:xfrm>
            <a:off x="4150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25" name="Google Shape;92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eb0fda9_1_0"/>
          <p:cNvSpPr txBox="1">
            <a:spLocks noGrp="1"/>
          </p:cNvSpPr>
          <p:nvPr>
            <p:ph type="subTitle" idx="4294967295"/>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d05917d757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0" name="Google Shape;950;g2d05917d757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1" name="Google Shape;951;g2d05917d757_0_9"/>
          <p:cNvSpPr/>
          <p:nvPr/>
        </p:nvSpPr>
        <p:spPr>
          <a:xfrm>
            <a:off x="33484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5917d757_0_9"/>
          <p:cNvSpPr/>
          <p:nvPr/>
        </p:nvSpPr>
        <p:spPr>
          <a:xfrm>
            <a:off x="42094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3" name="Google Shape;953;g2d05917d757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4" name="Google Shape;954;g2d05917d757_0_9"/>
          <p:cNvSpPr txBox="1">
            <a:spLocks noGrp="1"/>
          </p:cNvSpPr>
          <p:nvPr>
            <p:ph type="subTitle" idx="4294967295"/>
          </p:nvPr>
        </p:nvSpPr>
        <p:spPr>
          <a:xfrm>
            <a:off x="4653175" y="1308025"/>
            <a:ext cx="232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ck</a:t>
            </a:r>
            <a:endParaRPr sz="15000" b="0" i="0" u="none" strike="noStrike" cap="none">
              <a:solidFill>
                <a:srgbClr val="FFD400"/>
              </a:solidFill>
              <a:latin typeface="Jost"/>
              <a:ea typeface="Jost"/>
              <a:cs typeface="Jost"/>
              <a:sym typeface="Jost"/>
            </a:endParaRPr>
          </a:p>
        </p:txBody>
      </p:sp>
      <p:sp>
        <p:nvSpPr>
          <p:cNvPr id="955" name="Google Shape;955;g2d05917d757_0_9"/>
          <p:cNvSpPr txBox="1">
            <a:spLocks noGrp="1"/>
          </p:cNvSpPr>
          <p:nvPr>
            <p:ph type="subTitle" idx="4294967295"/>
          </p:nvPr>
        </p:nvSpPr>
        <p:spPr>
          <a:xfrm>
            <a:off x="2778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56" name="Google Shape;956;g2d05917d757_0_9"/>
          <p:cNvSpPr txBox="1">
            <a:spLocks noGrp="1"/>
          </p:cNvSpPr>
          <p:nvPr>
            <p:ph type="subTitle" idx="4294967295"/>
          </p:nvPr>
        </p:nvSpPr>
        <p:spPr>
          <a:xfrm>
            <a:off x="3639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57" name="Google Shape;957;g2d05917d757_0_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d05917d757_0_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d05917d757_0_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d05917d757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5917d757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5917d757_0_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3" name="Google Shape;963;g2d05917d757_0_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4" name="Google Shape;964;g2d05917d757_0_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5" name="Google Shape;965;g2d05917d757_0_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6" name="Google Shape;966;g2d05917d757_0_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7" name="Google Shape;967;g2d05917d757_0_9"/>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8" name="Google Shape;968;g2d05917d757_0_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9" name="Google Shape;969;g2d05917d757_0_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0" name="Google Shape;970;g2d05917d757_0_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d05917d757_0_9"/>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d05917d757_0_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d05917d757_0_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4" name="Google Shape;974;g2d05917d757_0_9"/>
          <p:cNvSpPr/>
          <p:nvPr/>
        </p:nvSpPr>
        <p:spPr>
          <a:xfrm>
            <a:off x="27388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d05917d757_0_9"/>
          <p:cNvSpPr txBox="1">
            <a:spLocks noGrp="1"/>
          </p:cNvSpPr>
          <p:nvPr>
            <p:ph type="subTitle" idx="4294967295"/>
          </p:nvPr>
        </p:nvSpPr>
        <p:spPr>
          <a:xfrm>
            <a:off x="2169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6" name="Google Shape;976;g2d05917d757_0_9"/>
          <p:cNvSpPr/>
          <p:nvPr/>
        </p:nvSpPr>
        <p:spPr>
          <a:xfrm>
            <a:off x="5082475" y="4011900"/>
            <a:ext cx="1463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3" name="Google Shape;98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4" name="Google Shape;98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1" name="Google Shape;99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2" name="Google Shape;992;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93" name="Google Shape;99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0" name="Google Shape;100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1" name="Google Shape;100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2" name="Google Shape;100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9" name="Google Shape;100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0" name="Google Shape;101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1" name="Google Shape;101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8" name="Google Shape;101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9" name="Google Shape;101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0" name="Google Shape;102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301"/>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7" name="Google Shape;102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28" name="Google Shape;1028;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29" name="Google Shape;1029;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d05917d757_0_50"/>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6" name="Google Shape;1036;g2d05917d757_0_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7" name="Google Shape;1037;g2d05917d757_0_50"/>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8" name="Google Shape;1038;g2d05917d757_0_5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d05917d757_0_42"/>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5" name="Google Shape;1045;g2d05917d757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6" name="Google Shape;1046;g2d05917d757_0_4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7" name="Google Shape;1047;g2d05917d757_0_4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6b641b03cd_0_30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4" name="Google Shape;105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5" name="Google Shape;1055;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6" name="Google Shape;105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3" name="Google Shape;106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4" name="Google Shape;1064;g1f3daf8a844_0_64"/>
          <p:cNvGrpSpPr/>
          <p:nvPr/>
        </p:nvGrpSpPr>
        <p:grpSpPr>
          <a:xfrm>
            <a:off x="3024000" y="209875"/>
            <a:ext cx="3096000" cy="454800"/>
            <a:chOff x="3024000" y="209875"/>
            <a:chExt cx="3096000" cy="454800"/>
          </a:xfrm>
        </p:grpSpPr>
        <p:sp>
          <p:nvSpPr>
            <p:cNvPr id="1065" name="Google Shape;106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7" name="Google Shape;106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8" name="Google Shape;106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0" name="Google Shape;107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1" name="Google Shape;107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2" name="Google Shape;1072;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3" name="Google Shape;1073;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74" name="Google Shape;1074;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7" name="Google Shape;1077;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78" name="Google Shape;1078;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80" name="Google Shape;1080;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81" name="Google Shape;108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2" name="Google Shape;1082;g1f3daf8a844_0_64"/>
          <p:cNvSpPr txBox="1"/>
          <p:nvPr/>
        </p:nvSpPr>
        <p:spPr>
          <a:xfrm>
            <a:off x="3456312" y="99018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11E26"/>
                </a:solidFill>
                <a:latin typeface="Poppins"/>
                <a:ea typeface="Poppins"/>
                <a:cs typeface="Poppins"/>
                <a:sym typeface="Poppins"/>
              </a:rPr>
              <a:t>a</a:t>
            </a:r>
            <a:endParaRPr sz="5000" b="0" i="0" u="none" strike="noStrike" cap="none">
              <a:solidFill>
                <a:srgbClr val="E11E26"/>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d05917d757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9" name="Google Shape;1089;g2d05917d757_0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0" name="Google Shape;1090;g2d05917d757_0_59"/>
          <p:cNvGrpSpPr/>
          <p:nvPr/>
        </p:nvGrpSpPr>
        <p:grpSpPr>
          <a:xfrm>
            <a:off x="3024000" y="209875"/>
            <a:ext cx="3096000" cy="454800"/>
            <a:chOff x="3024000" y="209875"/>
            <a:chExt cx="3096000" cy="454800"/>
          </a:xfrm>
        </p:grpSpPr>
        <p:sp>
          <p:nvSpPr>
            <p:cNvPr id="1091" name="Google Shape;1091;g2d05917d757_0_5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2" name="Google Shape;1092;g2d05917d757_0_5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3" name="Google Shape;1093;g2d05917d757_0_5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94" name="Google Shape;1094;g2d05917d757_0_59"/>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 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crib 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trick truck trim</a:t>
            </a:r>
            <a:endParaRPr sz="1800" b="0" i="0" u="none" strike="noStrike" cap="none">
              <a:solidFill>
                <a:srgbClr val="B7B7B7"/>
              </a:solidFill>
              <a:latin typeface="Jost"/>
              <a:ea typeface="Jost"/>
              <a:cs typeface="Jost"/>
              <a:sym typeface="Jost"/>
            </a:endParaRPr>
          </a:p>
        </p:txBody>
      </p:sp>
      <p:cxnSp>
        <p:nvCxnSpPr>
          <p:cNvPr id="1095" name="Google Shape;1095;g2d05917d757_0_5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6" name="Google Shape;1096;g2d05917d757_0_5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7" name="Google Shape;1097;g2d05917d757_0_5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d05917d757_0_5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9" name="Google Shape;1099;g2d05917d757_0_5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0" name="Google Shape;1100;g2d05917d757_0_59"/>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01" name="Google Shape;1101;g2d05917d757_0_5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02" name="Google Shape;1102;g2d05917d757_0_5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03" name="Google Shape;1103;g2d05917d757_0_5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104" name="Google Shape;1104;g2d05917d757_0_5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5" name="Google Shape;1105;g2d05917d757_0_5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6" name="Google Shape;1106;g2d05917d757_0_59"/>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07" name="Google Shape;1107;g2d05917d757_0_59"/>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8" name="Google Shape;1108;g2d05917d757_0_59"/>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9" name="Google Shape;1109;g2d05917d757_0_59"/>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0" name="Google Shape;1110;g2d05917d757_0_59"/>
          <p:cNvSpPr txBox="1"/>
          <p:nvPr/>
        </p:nvSpPr>
        <p:spPr>
          <a:xfrm>
            <a:off x="3456312" y="99018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11E26"/>
                </a:solidFill>
                <a:latin typeface="Poppins"/>
                <a:ea typeface="Poppins"/>
                <a:cs typeface="Poppins"/>
                <a:sym typeface="Poppins"/>
              </a:rPr>
              <a:t>a</a:t>
            </a:r>
            <a:endParaRPr sz="50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503</Words>
  <Application>Microsoft Office PowerPoint</Application>
  <PresentationFormat>On-screen Show (4:3)</PresentationFormat>
  <Paragraphs>144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Nunito Black</vt:lpstr>
      <vt:lpstr>Poppins SemiBold</vt:lpstr>
      <vt:lpstr>Poppins Medium</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2026-05-14T02:32:00Z</dcterms:modified>
</cp:coreProperties>
</file>